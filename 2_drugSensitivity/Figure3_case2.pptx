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3039388" cy="10080625"/>
  <p:notesSz cx="6858000" cy="9144000"/>
  <p:embeddedFontLst>
    <p:embeddedFont>
      <p:font typeface="Play" pitchFamily="2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hfnrVQrRcpZDcEMkrk0w6Yo+xw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74" d="100"/>
          <a:sy n="74" d="100"/>
        </p:scale>
        <p:origin x="-1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96838" y="1143000"/>
            <a:ext cx="7051676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6838" y="1143000"/>
            <a:ext cx="7051676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2879924" y="1649771"/>
            <a:ext cx="17279542" cy="350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29"/>
              <a:buFont typeface="Play"/>
              <a:buNone/>
              <a:defRPr sz="692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879924" y="5294663"/>
            <a:ext cx="17279542" cy="243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772"/>
              <a:buNone/>
              <a:defRPr sz="2772"/>
            </a:lvl1pPr>
            <a:lvl2pPr lvl="1" algn="ctr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310"/>
              <a:buNone/>
              <a:defRPr sz="2310"/>
            </a:lvl2pPr>
            <a:lvl3pPr lvl="2" algn="ctr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079"/>
              <a:buNone/>
              <a:defRPr sz="2079"/>
            </a:lvl3pPr>
            <a:lvl4pPr lvl="3" algn="ctr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/>
            </a:lvl4pPr>
            <a:lvl5pPr lvl="4" algn="ctr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/>
            </a:lvl5pPr>
            <a:lvl6pPr lvl="5" algn="ctr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/>
            </a:lvl6pPr>
            <a:lvl7pPr lvl="6" algn="ctr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/>
            </a:lvl7pPr>
            <a:lvl8pPr lvl="7" algn="ctr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/>
            </a:lvl8pPr>
            <a:lvl9pPr lvl="8" algn="ctr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583959" y="536702"/>
            <a:ext cx="19871473" cy="194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583959" y="2683501"/>
            <a:ext cx="19871473" cy="639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571958" y="2513159"/>
            <a:ext cx="19871473" cy="4193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29"/>
              <a:buFont typeface="Play"/>
              <a:buNone/>
              <a:defRPr sz="692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1571958" y="6746086"/>
            <a:ext cx="19871473" cy="220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rgbClr val="757575"/>
              </a:buClr>
              <a:buSzPts val="2772"/>
              <a:buNone/>
              <a:defRPr sz="2772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rgbClr val="757575"/>
              </a:buClr>
              <a:buSzPts val="2310"/>
              <a:buNone/>
              <a:defRPr sz="231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rgbClr val="757575"/>
              </a:buClr>
              <a:buSzPts val="2079"/>
              <a:buNone/>
              <a:defRPr sz="2079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rgbClr val="757575"/>
              </a:buClr>
              <a:buSzPts val="1848"/>
              <a:buNone/>
              <a:defRPr sz="1848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rgbClr val="757575"/>
              </a:buClr>
              <a:buSzPts val="1848"/>
              <a:buNone/>
              <a:defRPr sz="1848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rgbClr val="757575"/>
              </a:buClr>
              <a:buSzPts val="1848"/>
              <a:buNone/>
              <a:defRPr sz="1848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rgbClr val="757575"/>
              </a:buClr>
              <a:buSzPts val="1848"/>
              <a:buNone/>
              <a:defRPr sz="1848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rgbClr val="757575"/>
              </a:buClr>
              <a:buSzPts val="1848"/>
              <a:buNone/>
              <a:defRPr sz="1848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rgbClr val="757575"/>
              </a:buClr>
              <a:buSzPts val="1848"/>
              <a:buNone/>
              <a:defRPr sz="1848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583959" y="536702"/>
            <a:ext cx="19871473" cy="194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583959" y="2683501"/>
            <a:ext cx="9791740" cy="639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11663690" y="2683501"/>
            <a:ext cx="9791740" cy="639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586959" y="536702"/>
            <a:ext cx="19871473" cy="194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586960" y="2471154"/>
            <a:ext cx="9746740" cy="1211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772"/>
              <a:buNone/>
              <a:defRPr sz="2772" b="1"/>
            </a:lvl1pPr>
            <a:lvl2pPr marL="914400" lvl="1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310"/>
              <a:buNone/>
              <a:defRPr sz="2310" b="1"/>
            </a:lvl2pPr>
            <a:lvl3pPr marL="1371600" lvl="2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079"/>
              <a:buNone/>
              <a:defRPr sz="2079" b="1"/>
            </a:lvl3pPr>
            <a:lvl4pPr marL="1828800" lvl="3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4pPr>
            <a:lvl5pPr marL="2286000" lvl="4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5pPr>
            <a:lvl6pPr marL="2743200" lvl="5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6pPr>
            <a:lvl7pPr marL="3200400" lvl="6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7pPr>
            <a:lvl8pPr marL="3657600" lvl="7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8pPr>
            <a:lvl9pPr marL="4114800" lvl="8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586960" y="3682228"/>
            <a:ext cx="9746740" cy="5416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11663691" y="2471154"/>
            <a:ext cx="9794741" cy="1211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772"/>
              <a:buNone/>
              <a:defRPr sz="2772" b="1"/>
            </a:lvl1pPr>
            <a:lvl2pPr marL="914400" lvl="1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310"/>
              <a:buNone/>
              <a:defRPr sz="2310" b="1"/>
            </a:lvl2pPr>
            <a:lvl3pPr marL="1371600" lvl="2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079"/>
              <a:buNone/>
              <a:defRPr sz="2079" b="1"/>
            </a:lvl3pPr>
            <a:lvl4pPr marL="1828800" lvl="3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4pPr>
            <a:lvl5pPr marL="2286000" lvl="4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5pPr>
            <a:lvl6pPr marL="2743200" lvl="5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6pPr>
            <a:lvl7pPr marL="3200400" lvl="6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7pPr>
            <a:lvl8pPr marL="3657600" lvl="7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8pPr>
            <a:lvl9pPr marL="4114800" lvl="8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11663691" y="3682228"/>
            <a:ext cx="9794741" cy="5416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583959" y="536702"/>
            <a:ext cx="19871473" cy="194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586960" y="672042"/>
            <a:ext cx="7430802" cy="2352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96"/>
              <a:buFont typeface="Play"/>
              <a:buNone/>
              <a:defRPr sz="369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9794741" y="1451425"/>
            <a:ext cx="11663690" cy="7163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63296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3696"/>
              <a:buChar char="•"/>
              <a:defRPr sz="3696"/>
            </a:lvl1pPr>
            <a:lvl2pPr marL="914400" lvl="1" indent="-433959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3234"/>
              <a:buChar char="•"/>
              <a:defRPr sz="3234"/>
            </a:lvl2pPr>
            <a:lvl3pPr marL="1371600" lvl="2" indent="-404622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772"/>
              <a:buChar char="•"/>
              <a:defRPr sz="2772"/>
            </a:lvl3pPr>
            <a:lvl4pPr marL="1828800" lvl="3" indent="-375285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310"/>
              <a:buChar char="•"/>
              <a:defRPr sz="2310"/>
            </a:lvl4pPr>
            <a:lvl5pPr marL="2286000" lvl="4" indent="-375285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310"/>
              <a:buChar char="•"/>
              <a:defRPr sz="2310"/>
            </a:lvl5pPr>
            <a:lvl6pPr marL="2743200" lvl="5" indent="-375285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310"/>
              <a:buChar char="•"/>
              <a:defRPr sz="2310"/>
            </a:lvl6pPr>
            <a:lvl7pPr marL="3200400" lvl="6" indent="-375285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310"/>
              <a:buChar char="•"/>
              <a:defRPr sz="2310"/>
            </a:lvl7pPr>
            <a:lvl8pPr marL="3657600" lvl="7" indent="-375285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310"/>
              <a:buChar char="•"/>
              <a:defRPr sz="2310"/>
            </a:lvl8pPr>
            <a:lvl9pPr marL="4114800" lvl="8" indent="-375285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310"/>
              <a:buChar char="•"/>
              <a:defRPr sz="231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586960" y="3024189"/>
            <a:ext cx="7430802" cy="5602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/>
            </a:lvl1pPr>
            <a:lvl2pPr marL="914400" lvl="1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617"/>
              <a:buNone/>
              <a:defRPr sz="1617"/>
            </a:lvl2pPr>
            <a:lvl3pPr marL="1371600" lvl="2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386"/>
              <a:buNone/>
              <a:defRPr sz="1386"/>
            </a:lvl3pPr>
            <a:lvl4pPr marL="1828800" lvl="3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4pPr>
            <a:lvl5pPr marL="2286000" lvl="4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5pPr>
            <a:lvl6pPr marL="2743200" lvl="5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6pPr>
            <a:lvl7pPr marL="3200400" lvl="6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7pPr>
            <a:lvl8pPr marL="3657600" lvl="7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8pPr>
            <a:lvl9pPr marL="4114800" lvl="8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1586960" y="672042"/>
            <a:ext cx="7430802" cy="2352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96"/>
              <a:buFont typeface="Play"/>
              <a:buNone/>
              <a:defRPr sz="369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9794741" y="1451425"/>
            <a:ext cx="11663690" cy="716377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1586960" y="3024189"/>
            <a:ext cx="7430802" cy="5602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/>
            </a:lvl1pPr>
            <a:lvl2pPr marL="914400" lvl="1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617"/>
              <a:buNone/>
              <a:defRPr sz="1617"/>
            </a:lvl2pPr>
            <a:lvl3pPr marL="1371600" lvl="2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386"/>
              <a:buNone/>
              <a:defRPr sz="1386"/>
            </a:lvl3pPr>
            <a:lvl4pPr marL="1828800" lvl="3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4pPr>
            <a:lvl5pPr marL="2286000" lvl="4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5pPr>
            <a:lvl6pPr marL="2743200" lvl="5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6pPr>
            <a:lvl7pPr marL="3200400" lvl="6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7pPr>
            <a:lvl8pPr marL="3657600" lvl="7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8pPr>
            <a:lvl9pPr marL="4114800" lvl="8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583959" y="536702"/>
            <a:ext cx="19871473" cy="194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8321663" y="-4054204"/>
            <a:ext cx="6396064" cy="19871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14700063" y="2324198"/>
            <a:ext cx="8542864" cy="4967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4620332" y="-2499674"/>
            <a:ext cx="8542864" cy="1461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583959" y="536702"/>
            <a:ext cx="19871473" cy="194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82"/>
              <a:buFont typeface="Play"/>
              <a:buNone/>
              <a:defRPr sz="508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583959" y="2683501"/>
            <a:ext cx="19871473" cy="639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3959" algn="l" rtl="0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3234"/>
              <a:buFont typeface="Arial"/>
              <a:buChar char="•"/>
              <a:defRPr sz="323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4622" algn="l" rtl="0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772"/>
              <a:buFont typeface="Arial"/>
              <a:buChar char="•"/>
              <a:defRPr sz="277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75285" algn="l" rtl="0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310"/>
              <a:buFont typeface="Arial"/>
              <a:buChar char="•"/>
              <a:defRPr sz="231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0617" algn="l" rtl="0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Char char="•"/>
              <a:defRPr sz="207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0617" algn="l" rtl="0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Char char="•"/>
              <a:defRPr sz="207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0617" algn="l" rtl="0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Char char="•"/>
              <a:defRPr sz="207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0617" algn="l" rtl="0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Char char="•"/>
              <a:defRPr sz="207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0616" algn="l" rtl="0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Char char="•"/>
              <a:defRPr sz="207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0616" algn="l" rtl="0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Char char="•"/>
              <a:defRPr sz="207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6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6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86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86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86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86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86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86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86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86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86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0">
            <a:extLst>
              <a:ext uri="{FF2B5EF4-FFF2-40B4-BE49-F238E27FC236}">
                <a16:creationId xmlns:a16="http://schemas.microsoft.com/office/drawing/2014/main" id="{68143CD0-9D15-47C6-ECED-A79E5FD5E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4359" y="163634"/>
            <a:ext cx="4913517" cy="3275678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A3957A8C-35D1-E005-AF70-4D6481EBA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75" y="163634"/>
            <a:ext cx="6380902" cy="9405183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09FF32C2-7D53-15BF-3F3B-6BA7E4FB9E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26216" y="3644979"/>
            <a:ext cx="5944347" cy="3682339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A3DA2CF3-CE82-8BF3-B5D7-8ACB41A570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82477" y="163634"/>
            <a:ext cx="4469177" cy="3224098"/>
          </a:xfrm>
          <a:prstGeom prst="rect">
            <a:avLst/>
          </a:prstGeom>
        </p:spPr>
      </p:pic>
      <p:sp>
        <p:nvSpPr>
          <p:cNvPr id="86" name="Google Shape;91;p1">
            <a:extLst>
              <a:ext uri="{FF2B5EF4-FFF2-40B4-BE49-F238E27FC236}">
                <a16:creationId xmlns:a16="http://schemas.microsoft.com/office/drawing/2014/main" id="{97599C46-1FB6-036C-C072-680130C19ABC}"/>
              </a:ext>
            </a:extLst>
          </p:cNvPr>
          <p:cNvSpPr txBox="1"/>
          <p:nvPr/>
        </p:nvSpPr>
        <p:spPr>
          <a:xfrm>
            <a:off x="125400" y="-21032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dirty="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05EE47A-1910-C7D9-B683-9447321FF9D1}"/>
              </a:ext>
            </a:extLst>
          </p:cNvPr>
          <p:cNvGrpSpPr/>
          <p:nvPr/>
        </p:nvGrpSpPr>
        <p:grpSpPr>
          <a:xfrm>
            <a:off x="7862160" y="263532"/>
            <a:ext cx="4289823" cy="1221955"/>
            <a:chOff x="5826327" y="263532"/>
            <a:chExt cx="4289823" cy="1221955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8A5E091B-7854-C688-3DB9-C135F34BB33E}"/>
                </a:ext>
              </a:extLst>
            </p:cNvPr>
            <p:cNvGrpSpPr/>
            <p:nvPr/>
          </p:nvGrpSpPr>
          <p:grpSpPr>
            <a:xfrm>
              <a:off x="5826327" y="653990"/>
              <a:ext cx="4105332" cy="831497"/>
              <a:chOff x="5809074" y="653990"/>
              <a:chExt cx="4105332" cy="831497"/>
            </a:xfrm>
          </p:grpSpPr>
          <p:pic>
            <p:nvPicPr>
              <p:cNvPr id="100" name="Picture 99">
                <a:extLst>
                  <a:ext uri="{FF2B5EF4-FFF2-40B4-BE49-F238E27FC236}">
                    <a16:creationId xmlns:a16="http://schemas.microsoft.com/office/drawing/2014/main" id="{38330F0E-D3B6-4BF2-8063-66156603C4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b="18064"/>
              <a:stretch>
                <a:fillRect/>
              </a:stretch>
            </p:blipFill>
            <p:spPr>
              <a:xfrm>
                <a:off x="5809074" y="678754"/>
                <a:ext cx="868511" cy="806733"/>
              </a:xfrm>
              <a:prstGeom prst="rect">
                <a:avLst/>
              </a:prstGeom>
            </p:spPr>
          </p:pic>
          <p:pic>
            <p:nvPicPr>
              <p:cNvPr id="101" name="Picture 100">
                <a:extLst>
                  <a:ext uri="{FF2B5EF4-FFF2-40B4-BE49-F238E27FC236}">
                    <a16:creationId xmlns:a16="http://schemas.microsoft.com/office/drawing/2014/main" id="{8DC4022A-6850-3761-7C0C-034B59A497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b="18064"/>
              <a:stretch>
                <a:fillRect/>
              </a:stretch>
            </p:blipFill>
            <p:spPr>
              <a:xfrm>
                <a:off x="6624344" y="678754"/>
                <a:ext cx="868511" cy="806733"/>
              </a:xfrm>
              <a:prstGeom prst="rect">
                <a:avLst/>
              </a:prstGeom>
            </p:spPr>
          </p:pic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6D61991E-98B2-93CD-E63E-C55B7DE3A7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b="18064"/>
              <a:stretch>
                <a:fillRect/>
              </a:stretch>
            </p:blipFill>
            <p:spPr>
              <a:xfrm>
                <a:off x="7437278" y="670926"/>
                <a:ext cx="868511" cy="806733"/>
              </a:xfrm>
              <a:prstGeom prst="rect">
                <a:avLst/>
              </a:prstGeom>
            </p:spPr>
          </p:pic>
          <p:pic>
            <p:nvPicPr>
              <p:cNvPr id="103" name="Picture 102">
                <a:extLst>
                  <a:ext uri="{FF2B5EF4-FFF2-40B4-BE49-F238E27FC236}">
                    <a16:creationId xmlns:a16="http://schemas.microsoft.com/office/drawing/2014/main" id="{04B770A9-090B-D8A8-7CA4-B7283BCEAE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b="18064"/>
              <a:stretch>
                <a:fillRect/>
              </a:stretch>
            </p:blipFill>
            <p:spPr>
              <a:xfrm>
                <a:off x="8229738" y="662458"/>
                <a:ext cx="868511" cy="806733"/>
              </a:xfrm>
              <a:prstGeom prst="rect">
                <a:avLst/>
              </a:prstGeom>
            </p:spPr>
          </p:pic>
          <p:pic>
            <p:nvPicPr>
              <p:cNvPr id="104" name="Picture 103">
                <a:extLst>
                  <a:ext uri="{FF2B5EF4-FFF2-40B4-BE49-F238E27FC236}">
                    <a16:creationId xmlns:a16="http://schemas.microsoft.com/office/drawing/2014/main" id="{25FE308D-46D9-838A-AF3B-A73649DC60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rcRect b="16568"/>
              <a:stretch>
                <a:fillRect/>
              </a:stretch>
            </p:blipFill>
            <p:spPr>
              <a:xfrm>
                <a:off x="9045895" y="653990"/>
                <a:ext cx="868511" cy="821470"/>
              </a:xfrm>
              <a:prstGeom prst="rect">
                <a:avLst/>
              </a:prstGeom>
            </p:spPr>
          </p:pic>
        </p:grpSp>
        <p:sp>
          <p:nvSpPr>
            <p:cNvPr id="98" name="Right Triangle 97">
              <a:extLst>
                <a:ext uri="{FF2B5EF4-FFF2-40B4-BE49-F238E27FC236}">
                  <a16:creationId xmlns:a16="http://schemas.microsoft.com/office/drawing/2014/main" id="{D0A2976F-0A1E-665B-07E8-52215FC5082B}"/>
                </a:ext>
              </a:extLst>
            </p:cNvPr>
            <p:cNvSpPr/>
            <p:nvPr/>
          </p:nvSpPr>
          <p:spPr>
            <a:xfrm flipH="1">
              <a:off x="5891225" y="263532"/>
              <a:ext cx="3934116" cy="444911"/>
            </a:xfrm>
            <a:prstGeom prst="rt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F6E2572-E86D-9384-50FB-9E044889FB90}"/>
                </a:ext>
              </a:extLst>
            </p:cNvPr>
            <p:cNvSpPr txBox="1"/>
            <p:nvPr/>
          </p:nvSpPr>
          <p:spPr>
            <a:xfrm>
              <a:off x="8258144" y="389452"/>
              <a:ext cx="18580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Drug Sensitivity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20F0623F-B246-88A2-EA3E-5F72DCF0E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817048"/>
              </p:ext>
            </p:extLst>
          </p:nvPr>
        </p:nvGraphicFramePr>
        <p:xfrm>
          <a:off x="6779886" y="1479564"/>
          <a:ext cx="5836697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3108">
                  <a:extLst>
                    <a:ext uri="{9D8B030D-6E8A-4147-A177-3AD203B41FA5}">
                      <a16:colId xmlns:a16="http://schemas.microsoft.com/office/drawing/2014/main" val="2567247298"/>
                    </a:ext>
                  </a:extLst>
                </a:gridCol>
                <a:gridCol w="790552">
                  <a:extLst>
                    <a:ext uri="{9D8B030D-6E8A-4147-A177-3AD203B41FA5}">
                      <a16:colId xmlns:a16="http://schemas.microsoft.com/office/drawing/2014/main" val="2177772220"/>
                    </a:ext>
                  </a:extLst>
                </a:gridCol>
                <a:gridCol w="846660">
                  <a:extLst>
                    <a:ext uri="{9D8B030D-6E8A-4147-A177-3AD203B41FA5}">
                      <a16:colId xmlns:a16="http://schemas.microsoft.com/office/drawing/2014/main" val="2753472440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1099147240"/>
                    </a:ext>
                  </a:extLst>
                </a:gridCol>
                <a:gridCol w="801188">
                  <a:extLst>
                    <a:ext uri="{9D8B030D-6E8A-4147-A177-3AD203B41FA5}">
                      <a16:colId xmlns:a16="http://schemas.microsoft.com/office/drawing/2014/main" val="389095009"/>
                    </a:ext>
                  </a:extLst>
                </a:gridCol>
                <a:gridCol w="844732">
                  <a:extLst>
                    <a:ext uri="{9D8B030D-6E8A-4147-A177-3AD203B41FA5}">
                      <a16:colId xmlns:a16="http://schemas.microsoft.com/office/drawing/2014/main" val="1109415032"/>
                    </a:ext>
                  </a:extLst>
                </a:gridCol>
                <a:gridCol w="687977">
                  <a:extLst>
                    <a:ext uri="{9D8B030D-6E8A-4147-A177-3AD203B41FA5}">
                      <a16:colId xmlns:a16="http://schemas.microsoft.com/office/drawing/2014/main" val="2717760737"/>
                    </a:ext>
                  </a:extLst>
                </a:gridCol>
              </a:tblGrid>
              <a:tr h="2760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Cat_1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Cat_2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Cat_3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Cat_4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Cat_5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5153670"/>
                  </a:ext>
                </a:extLst>
              </a:tr>
              <a:tr h="276053">
                <a:tc>
                  <a:txBody>
                    <a:bodyPr/>
                    <a:lstStyle/>
                    <a:p>
                      <a:r>
                        <a:rPr lang="en-US" dirty="0"/>
                        <a:t>Expert 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31294971"/>
                  </a:ext>
                </a:extLst>
              </a:tr>
              <a:tr h="276053">
                <a:tc>
                  <a:txBody>
                    <a:bodyPr/>
                    <a:lstStyle/>
                    <a:p>
                      <a:r>
                        <a:rPr lang="en-US" dirty="0"/>
                        <a:t>Expert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555364"/>
                  </a:ext>
                </a:extLst>
              </a:tr>
              <a:tr h="276053">
                <a:tc>
                  <a:txBody>
                    <a:bodyPr/>
                    <a:lstStyle/>
                    <a:p>
                      <a:r>
                        <a:rPr lang="en-US" dirty="0"/>
                        <a:t>Expert 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146192"/>
                  </a:ext>
                </a:extLst>
              </a:tr>
              <a:tr h="276053">
                <a:tc>
                  <a:txBody>
                    <a:bodyPr/>
                    <a:lstStyle/>
                    <a:p>
                      <a:r>
                        <a:rPr lang="en-US" dirty="0"/>
                        <a:t>Consensus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1267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2168098"/>
                  </a:ext>
                </a:extLst>
              </a:tr>
            </a:tbl>
          </a:graphicData>
        </a:graphic>
      </p:graphicFrame>
      <p:sp>
        <p:nvSpPr>
          <p:cNvPr id="106" name="Google Shape;92;p1">
            <a:extLst>
              <a:ext uri="{FF2B5EF4-FFF2-40B4-BE49-F238E27FC236}">
                <a16:creationId xmlns:a16="http://schemas.microsoft.com/office/drawing/2014/main" id="{55E6CC98-3B7C-629F-EF4E-B16D1B7AED55}"/>
              </a:ext>
            </a:extLst>
          </p:cNvPr>
          <p:cNvSpPr txBox="1"/>
          <p:nvPr/>
        </p:nvSpPr>
        <p:spPr>
          <a:xfrm>
            <a:off x="6468947" y="103021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dirty="0"/>
          </a:p>
        </p:txBody>
      </p:sp>
      <p:sp>
        <p:nvSpPr>
          <p:cNvPr id="107" name="Google Shape;93;p1">
            <a:extLst>
              <a:ext uri="{FF2B5EF4-FFF2-40B4-BE49-F238E27FC236}">
                <a16:creationId xmlns:a16="http://schemas.microsoft.com/office/drawing/2014/main" id="{1F39DEF8-E4CA-36F7-B823-2BDEDACF8325}"/>
              </a:ext>
            </a:extLst>
          </p:cNvPr>
          <p:cNvSpPr txBox="1"/>
          <p:nvPr/>
        </p:nvSpPr>
        <p:spPr>
          <a:xfrm flipH="1">
            <a:off x="13028164" y="97451"/>
            <a:ext cx="108062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dirty="0"/>
          </a:p>
        </p:txBody>
      </p:sp>
      <p:sp>
        <p:nvSpPr>
          <p:cNvPr id="108" name="Google Shape;95;p1">
            <a:extLst>
              <a:ext uri="{FF2B5EF4-FFF2-40B4-BE49-F238E27FC236}">
                <a16:creationId xmlns:a16="http://schemas.microsoft.com/office/drawing/2014/main" id="{FEC0BC8C-C0A1-DA31-7FC1-44B540225803}"/>
              </a:ext>
            </a:extLst>
          </p:cNvPr>
          <p:cNvSpPr txBox="1"/>
          <p:nvPr/>
        </p:nvSpPr>
        <p:spPr>
          <a:xfrm>
            <a:off x="18482478" y="97451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dirty="0"/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45865CFB-3C87-230F-72AD-96D148114B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13295" y="3616391"/>
            <a:ext cx="7843210" cy="3526282"/>
          </a:xfrm>
          <a:prstGeom prst="rect">
            <a:avLst/>
          </a:prstGeom>
        </p:spPr>
      </p:pic>
      <p:sp>
        <p:nvSpPr>
          <p:cNvPr id="110" name="Google Shape;95;p1">
            <a:extLst>
              <a:ext uri="{FF2B5EF4-FFF2-40B4-BE49-F238E27FC236}">
                <a16:creationId xmlns:a16="http://schemas.microsoft.com/office/drawing/2014/main" id="{31C98E1C-CDFE-D09D-A175-4797027519D6}"/>
              </a:ext>
            </a:extLst>
          </p:cNvPr>
          <p:cNvSpPr txBox="1"/>
          <p:nvPr/>
        </p:nvSpPr>
        <p:spPr>
          <a:xfrm>
            <a:off x="6836184" y="3460375"/>
            <a:ext cx="66726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e</a:t>
            </a:r>
            <a:endParaRPr dirty="0"/>
          </a:p>
        </p:txBody>
      </p:sp>
      <p:sp>
        <p:nvSpPr>
          <p:cNvPr id="111" name="Google Shape;95;p1">
            <a:extLst>
              <a:ext uri="{FF2B5EF4-FFF2-40B4-BE49-F238E27FC236}">
                <a16:creationId xmlns:a16="http://schemas.microsoft.com/office/drawing/2014/main" id="{E48CE2D4-ED5B-783B-B282-0A26DD36AF07}"/>
              </a:ext>
            </a:extLst>
          </p:cNvPr>
          <p:cNvSpPr txBox="1"/>
          <p:nvPr/>
        </p:nvSpPr>
        <p:spPr>
          <a:xfrm>
            <a:off x="16012481" y="3460334"/>
            <a:ext cx="66726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f</a:t>
            </a:r>
            <a:endParaRPr dirty="0"/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22E435DA-347F-6152-F796-B3F8B7D6220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21252" y="7454872"/>
            <a:ext cx="11067523" cy="2528302"/>
          </a:xfrm>
          <a:prstGeom prst="rect">
            <a:avLst/>
          </a:prstGeom>
        </p:spPr>
      </p:pic>
      <p:sp>
        <p:nvSpPr>
          <p:cNvPr id="116" name="Google Shape;95;p1">
            <a:extLst>
              <a:ext uri="{FF2B5EF4-FFF2-40B4-BE49-F238E27FC236}">
                <a16:creationId xmlns:a16="http://schemas.microsoft.com/office/drawing/2014/main" id="{3305D225-37EE-7774-110B-A5AF25DAE9E1}"/>
              </a:ext>
            </a:extLst>
          </p:cNvPr>
          <p:cNvSpPr txBox="1"/>
          <p:nvPr/>
        </p:nvSpPr>
        <p:spPr>
          <a:xfrm>
            <a:off x="6836183" y="7124676"/>
            <a:ext cx="66726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g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1252</TotalTime>
  <Words>57</Words>
  <Application>Microsoft Macintosh PowerPoint</Application>
  <PresentationFormat>Custom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Play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Feng, Guanqiao</dc:creator>
  <cp:lastModifiedBy>Feng, Guanqiao</cp:lastModifiedBy>
  <cp:revision>17</cp:revision>
  <dcterms:created xsi:type="dcterms:W3CDTF">2026-03-17T17:54:26Z</dcterms:created>
  <dcterms:modified xsi:type="dcterms:W3CDTF">2026-07-21T14:54:11Z</dcterms:modified>
</cp:coreProperties>
</file>