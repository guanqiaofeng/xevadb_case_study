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3399750" cy="10799763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gIxyl4bEzcNayDQ1Sc4BGs65vq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/>
    <p:restoredTop sz="95349"/>
  </p:normalViewPr>
  <p:slideViewPr>
    <p:cSldViewPr snapToGrid="0">
      <p:cViewPr varScale="1">
        <p:scale>
          <a:sx n="70" d="100"/>
          <a:sy n="70" d="100"/>
        </p:scale>
        <p:origin x="26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" y="1143000"/>
            <a:ext cx="66865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143000"/>
            <a:ext cx="66865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924972" y="1767463"/>
            <a:ext cx="17549813" cy="3759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Play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924972" y="5672377"/>
            <a:ext cx="17549813" cy="2607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/>
            </a:lvl1pPr>
            <a:lvl2pPr lvl="1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/>
            </a:lvl2pPr>
            <a:lvl3pPr lvl="2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/>
            </a:lvl3pPr>
            <a:lvl4pPr lvl="3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4pPr>
            <a:lvl5pPr lvl="4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5pPr>
            <a:lvl6pPr lvl="5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6pPr>
            <a:lvl7pPr lvl="6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7pPr>
            <a:lvl8pPr lvl="7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8pPr>
            <a:lvl9pPr lvl="8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608734" y="2874938"/>
            <a:ext cx="20182285" cy="68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596548" y="2692445"/>
            <a:ext cx="20182285" cy="4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Play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596548" y="7227344"/>
            <a:ext cx="20182285" cy="2362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757575"/>
              </a:buClr>
              <a:buSzPts val="3402"/>
              <a:buNone/>
              <a:defRPr sz="3402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835"/>
              <a:buNone/>
              <a:defRPr sz="2835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551"/>
              <a:buNone/>
              <a:defRPr sz="2551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608734" y="2874938"/>
            <a:ext cx="9944894" cy="68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1846123" y="2874938"/>
            <a:ext cx="9944894" cy="68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611782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611781" y="2647445"/>
            <a:ext cx="9899190" cy="12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 b="1"/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 b="1"/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 b="1"/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611781" y="3944913"/>
            <a:ext cx="9899190" cy="580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1846124" y="2647445"/>
            <a:ext cx="9947942" cy="12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 b="1"/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 b="1"/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 b="1"/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1846124" y="3944913"/>
            <a:ext cx="9947942" cy="580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611781" y="719988"/>
            <a:ext cx="7547028" cy="251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6"/>
              <a:buFont typeface="Play"/>
              <a:buNone/>
              <a:defRPr sz="453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9947943" y="1554968"/>
            <a:ext cx="11846123" cy="767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6636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4536"/>
              <a:buChar char="•"/>
              <a:defRPr sz="4536"/>
            </a:lvl1pPr>
            <a:lvl2pPr marL="914400" lvl="1" indent="-480632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969"/>
              <a:buChar char="•"/>
              <a:defRPr sz="3969"/>
            </a:lvl2pPr>
            <a:lvl3pPr marL="1371600" lvl="2" indent="-444627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Char char="•"/>
              <a:defRPr sz="3402"/>
            </a:lvl3pPr>
            <a:lvl4pPr marL="1828800" lvl="3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4pPr>
            <a:lvl5pPr marL="2286000" lvl="4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5pPr>
            <a:lvl6pPr marL="2743200" lvl="5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6pPr>
            <a:lvl7pPr marL="3200400" lvl="6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7pPr>
            <a:lvl8pPr marL="3657600" lvl="7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8pPr>
            <a:lvl9pPr marL="4114800" lvl="8" indent="-408622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611781" y="3239932"/>
            <a:ext cx="7547028" cy="600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611781" y="719988"/>
            <a:ext cx="7547028" cy="251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6"/>
              <a:buFont typeface="Play"/>
              <a:buNone/>
              <a:defRPr sz="453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9947943" y="1554968"/>
            <a:ext cx="11846123" cy="767483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611781" y="3239932"/>
            <a:ext cx="7547028" cy="600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8273702" y="-3790028"/>
            <a:ext cx="6852351" cy="20182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4692081" y="2628354"/>
            <a:ext cx="9152301" cy="504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4454691" y="-2270970"/>
            <a:ext cx="9152301" cy="148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7"/>
              <a:buFont typeface="Play"/>
              <a:buNone/>
              <a:defRPr sz="6237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608734" y="2874938"/>
            <a:ext cx="20182285" cy="68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80632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969"/>
              <a:buFont typeface="Arial"/>
              <a:buChar char="•"/>
              <a:defRPr sz="3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44627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Font typeface="Arial"/>
              <a:buChar char="•"/>
              <a:defRPr sz="34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8623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Font typeface="Arial"/>
              <a:buChar char="•"/>
              <a:defRPr sz="28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0588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93;p1">
            <a:extLst>
              <a:ext uri="{FF2B5EF4-FFF2-40B4-BE49-F238E27FC236}">
                <a16:creationId xmlns:a16="http://schemas.microsoft.com/office/drawing/2014/main" id="{A26A9C3E-AFAD-B893-0962-7929727ED853}"/>
              </a:ext>
            </a:extLst>
          </p:cNvPr>
          <p:cNvSpPr txBox="1"/>
          <p:nvPr/>
        </p:nvSpPr>
        <p:spPr>
          <a:xfrm>
            <a:off x="174908" y="281352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sp>
        <p:nvSpPr>
          <p:cNvPr id="199" name="Google Shape;94;p1">
            <a:extLst>
              <a:ext uri="{FF2B5EF4-FFF2-40B4-BE49-F238E27FC236}">
                <a16:creationId xmlns:a16="http://schemas.microsoft.com/office/drawing/2014/main" id="{18D127CE-F949-7C89-6F1C-F7381E1AADF3}"/>
              </a:ext>
            </a:extLst>
          </p:cNvPr>
          <p:cNvSpPr txBox="1"/>
          <p:nvPr/>
        </p:nvSpPr>
        <p:spPr>
          <a:xfrm>
            <a:off x="5349472" y="281352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dirty="0"/>
          </a:p>
        </p:txBody>
      </p:sp>
      <p:sp>
        <p:nvSpPr>
          <p:cNvPr id="200" name="Google Shape;95;p1">
            <a:extLst>
              <a:ext uri="{FF2B5EF4-FFF2-40B4-BE49-F238E27FC236}">
                <a16:creationId xmlns:a16="http://schemas.microsoft.com/office/drawing/2014/main" id="{E1736F1E-127D-E931-9019-84737A730140}"/>
              </a:ext>
            </a:extLst>
          </p:cNvPr>
          <p:cNvSpPr txBox="1"/>
          <p:nvPr/>
        </p:nvSpPr>
        <p:spPr>
          <a:xfrm>
            <a:off x="9669105" y="301974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dirty="0"/>
          </a:p>
        </p:txBody>
      </p:sp>
      <p:sp>
        <p:nvSpPr>
          <p:cNvPr id="201" name="Google Shape;99;p1">
            <a:extLst>
              <a:ext uri="{FF2B5EF4-FFF2-40B4-BE49-F238E27FC236}">
                <a16:creationId xmlns:a16="http://schemas.microsoft.com/office/drawing/2014/main" id="{CF6DDB1C-C9D5-982D-4D09-833B127A2837}"/>
              </a:ext>
            </a:extLst>
          </p:cNvPr>
          <p:cNvSpPr txBox="1"/>
          <p:nvPr/>
        </p:nvSpPr>
        <p:spPr>
          <a:xfrm>
            <a:off x="16252476" y="301974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d</a:t>
            </a:r>
            <a:endParaRPr dirty="0"/>
          </a:p>
        </p:txBody>
      </p:sp>
      <p:sp>
        <p:nvSpPr>
          <p:cNvPr id="202" name="Google Shape;135;p1">
            <a:extLst>
              <a:ext uri="{FF2B5EF4-FFF2-40B4-BE49-F238E27FC236}">
                <a16:creationId xmlns:a16="http://schemas.microsoft.com/office/drawing/2014/main" id="{2286F144-0098-EE85-F655-62675975370B}"/>
              </a:ext>
            </a:extLst>
          </p:cNvPr>
          <p:cNvSpPr txBox="1"/>
          <p:nvPr/>
        </p:nvSpPr>
        <p:spPr>
          <a:xfrm>
            <a:off x="5585127" y="4991967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e</a:t>
            </a:r>
            <a:endParaRPr dirty="0"/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5CEC6E7E-2237-0903-7F29-783CD0A09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737" y="312349"/>
            <a:ext cx="6097289" cy="2232810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CD0863BC-9899-F469-B76D-C4A6D60F4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995" y="2628726"/>
            <a:ext cx="6081767" cy="2227126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071A8CA3-2BF2-8B78-A067-6341550D0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8293" y="312349"/>
            <a:ext cx="3429000" cy="4660900"/>
          </a:xfrm>
          <a:prstGeom prst="rect">
            <a:avLst/>
          </a:prstGeom>
        </p:spPr>
      </p:pic>
      <p:sp>
        <p:nvSpPr>
          <p:cNvPr id="210" name="Google Shape;99;p1">
            <a:extLst>
              <a:ext uri="{FF2B5EF4-FFF2-40B4-BE49-F238E27FC236}">
                <a16:creationId xmlns:a16="http://schemas.microsoft.com/office/drawing/2014/main" id="{E7A6191E-6CC9-9BE5-90F0-7FF4DB5C9A40}"/>
              </a:ext>
            </a:extLst>
          </p:cNvPr>
          <p:cNvSpPr txBox="1"/>
          <p:nvPr/>
        </p:nvSpPr>
        <p:spPr>
          <a:xfrm>
            <a:off x="13704695" y="5085864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f</a:t>
            </a:r>
            <a:endParaRPr dirty="0"/>
          </a:p>
        </p:txBody>
      </p:sp>
      <p:pic>
        <p:nvPicPr>
          <p:cNvPr id="221" name="Picture 220">
            <a:extLst>
              <a:ext uri="{FF2B5EF4-FFF2-40B4-BE49-F238E27FC236}">
                <a16:creationId xmlns:a16="http://schemas.microsoft.com/office/drawing/2014/main" id="{46E43D71-B652-D83D-D673-B60F8A577D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39"/>
          <a:stretch>
            <a:fillRect/>
          </a:stretch>
        </p:blipFill>
        <p:spPr>
          <a:xfrm>
            <a:off x="-1" y="623635"/>
            <a:ext cx="5598293" cy="9552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7890C6-34DD-F0FC-D3B0-F014713F57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9740" y="245903"/>
            <a:ext cx="6696475" cy="4660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0715E3-DAE4-7427-21F5-1C8D02A7AE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8193" y="5176632"/>
            <a:ext cx="6511550" cy="46608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C63EA0-8015-9BCC-71EB-4F5C09C656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98522" y="5176632"/>
            <a:ext cx="6663233" cy="4660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</TotalTime>
  <Words>7</Words>
  <Application>Microsoft Macintosh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Feng, Guanqiao</dc:creator>
  <cp:lastModifiedBy>Feng, Guanqiao</cp:lastModifiedBy>
  <cp:revision>22</cp:revision>
  <dcterms:created xsi:type="dcterms:W3CDTF">2026-03-17T17:54:26Z</dcterms:created>
  <dcterms:modified xsi:type="dcterms:W3CDTF">2026-07-17T21:11:00Z</dcterms:modified>
</cp:coreProperties>
</file>