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7920038" cy="64801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7" d="100"/>
          <a:sy n="127" d="100"/>
        </p:scale>
        <p:origin x="10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4003" y="1060529"/>
            <a:ext cx="6732032" cy="2256061"/>
          </a:xfrm>
        </p:spPr>
        <p:txBody>
          <a:bodyPr anchor="b"/>
          <a:lstStyle>
            <a:lvl1pPr algn="ctr">
              <a:defRPr sz="519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005" y="3403592"/>
            <a:ext cx="5940029" cy="1564542"/>
          </a:xfrm>
        </p:spPr>
        <p:txBody>
          <a:bodyPr/>
          <a:lstStyle>
            <a:lvl1pPr marL="0" indent="0" algn="ctr">
              <a:buNone/>
              <a:defRPr sz="2079"/>
            </a:lvl1pPr>
            <a:lvl2pPr marL="395981" indent="0" algn="ctr">
              <a:buNone/>
              <a:defRPr sz="1732"/>
            </a:lvl2pPr>
            <a:lvl3pPr marL="791962" indent="0" algn="ctr">
              <a:buNone/>
              <a:defRPr sz="1559"/>
            </a:lvl3pPr>
            <a:lvl4pPr marL="1187943" indent="0" algn="ctr">
              <a:buNone/>
              <a:defRPr sz="1386"/>
            </a:lvl4pPr>
            <a:lvl5pPr marL="1583924" indent="0" algn="ctr">
              <a:buNone/>
              <a:defRPr sz="1386"/>
            </a:lvl5pPr>
            <a:lvl6pPr marL="1979905" indent="0" algn="ctr">
              <a:buNone/>
              <a:defRPr sz="1386"/>
            </a:lvl6pPr>
            <a:lvl7pPr marL="2375886" indent="0" algn="ctr">
              <a:buNone/>
              <a:defRPr sz="1386"/>
            </a:lvl7pPr>
            <a:lvl8pPr marL="2771866" indent="0" algn="ctr">
              <a:buNone/>
              <a:defRPr sz="1386"/>
            </a:lvl8pPr>
            <a:lvl9pPr marL="3167847" indent="0" algn="ctr">
              <a:buNone/>
              <a:defRPr sz="138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FE9D3-76B4-8F45-AE9E-EB3FC8083E98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5018-DBE0-D545-9F99-085C147B1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16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FE9D3-76B4-8F45-AE9E-EB3FC8083E98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5018-DBE0-D545-9F99-085C147B1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25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378" y="1615546"/>
            <a:ext cx="6831033" cy="2695572"/>
          </a:xfrm>
        </p:spPr>
        <p:txBody>
          <a:bodyPr anchor="b"/>
          <a:lstStyle>
            <a:lvl1pPr>
              <a:defRPr sz="519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0378" y="4336619"/>
            <a:ext cx="6831033" cy="1417538"/>
          </a:xfrm>
        </p:spPr>
        <p:txBody>
          <a:bodyPr/>
          <a:lstStyle>
            <a:lvl1pPr marL="0" indent="0">
              <a:buNone/>
              <a:defRPr sz="2079">
                <a:solidFill>
                  <a:schemeClr val="tx1">
                    <a:tint val="82000"/>
                  </a:schemeClr>
                </a:solidFill>
              </a:defRPr>
            </a:lvl1pPr>
            <a:lvl2pPr marL="395981" indent="0">
              <a:buNone/>
              <a:defRPr sz="1732">
                <a:solidFill>
                  <a:schemeClr val="tx1">
                    <a:tint val="82000"/>
                  </a:schemeClr>
                </a:solidFill>
              </a:defRPr>
            </a:lvl2pPr>
            <a:lvl3pPr marL="791962" indent="0">
              <a:buNone/>
              <a:defRPr sz="1559">
                <a:solidFill>
                  <a:schemeClr val="tx1">
                    <a:tint val="82000"/>
                  </a:schemeClr>
                </a:solidFill>
              </a:defRPr>
            </a:lvl3pPr>
            <a:lvl4pPr marL="1187943" indent="0">
              <a:buNone/>
              <a:defRPr sz="1386">
                <a:solidFill>
                  <a:schemeClr val="tx1">
                    <a:tint val="82000"/>
                  </a:schemeClr>
                </a:solidFill>
              </a:defRPr>
            </a:lvl4pPr>
            <a:lvl5pPr marL="1583924" indent="0">
              <a:buNone/>
              <a:defRPr sz="1386">
                <a:solidFill>
                  <a:schemeClr val="tx1">
                    <a:tint val="82000"/>
                  </a:schemeClr>
                </a:solidFill>
              </a:defRPr>
            </a:lvl5pPr>
            <a:lvl6pPr marL="1979905" indent="0">
              <a:buNone/>
              <a:defRPr sz="1386">
                <a:solidFill>
                  <a:schemeClr val="tx1">
                    <a:tint val="82000"/>
                  </a:schemeClr>
                </a:solidFill>
              </a:defRPr>
            </a:lvl6pPr>
            <a:lvl7pPr marL="2375886" indent="0">
              <a:buNone/>
              <a:defRPr sz="1386">
                <a:solidFill>
                  <a:schemeClr val="tx1">
                    <a:tint val="82000"/>
                  </a:schemeClr>
                </a:solidFill>
              </a:defRPr>
            </a:lvl7pPr>
            <a:lvl8pPr marL="2771866" indent="0">
              <a:buNone/>
              <a:defRPr sz="1386">
                <a:solidFill>
                  <a:schemeClr val="tx1">
                    <a:tint val="82000"/>
                  </a:schemeClr>
                </a:solidFill>
              </a:defRPr>
            </a:lvl8pPr>
            <a:lvl9pPr marL="3167847" indent="0">
              <a:buNone/>
              <a:defRPr sz="138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FE9D3-76B4-8F45-AE9E-EB3FC8083E98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5018-DBE0-D545-9F99-085C147B1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145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4503" y="1725046"/>
            <a:ext cx="3366016" cy="4111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09519" y="1725046"/>
            <a:ext cx="3366016" cy="4111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FE9D3-76B4-8F45-AE9E-EB3FC8083E98}" type="datetimeFigureOut">
              <a:rPr lang="en-US" smtClean="0"/>
              <a:t>7/31/26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5018-DBE0-D545-9F99-085C147B1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07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4" y="345011"/>
            <a:ext cx="6831033" cy="12525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5535" y="1588543"/>
            <a:ext cx="3350547" cy="778521"/>
          </a:xfrm>
        </p:spPr>
        <p:txBody>
          <a:bodyPr anchor="b"/>
          <a:lstStyle>
            <a:lvl1pPr marL="0" indent="0">
              <a:buNone/>
              <a:defRPr sz="2079" b="1"/>
            </a:lvl1pPr>
            <a:lvl2pPr marL="395981" indent="0">
              <a:buNone/>
              <a:defRPr sz="1732" b="1"/>
            </a:lvl2pPr>
            <a:lvl3pPr marL="791962" indent="0">
              <a:buNone/>
              <a:defRPr sz="1559" b="1"/>
            </a:lvl3pPr>
            <a:lvl4pPr marL="1187943" indent="0">
              <a:buNone/>
              <a:defRPr sz="1386" b="1"/>
            </a:lvl4pPr>
            <a:lvl5pPr marL="1583924" indent="0">
              <a:buNone/>
              <a:defRPr sz="1386" b="1"/>
            </a:lvl5pPr>
            <a:lvl6pPr marL="1979905" indent="0">
              <a:buNone/>
              <a:defRPr sz="1386" b="1"/>
            </a:lvl6pPr>
            <a:lvl7pPr marL="2375886" indent="0">
              <a:buNone/>
              <a:defRPr sz="1386" b="1"/>
            </a:lvl7pPr>
            <a:lvl8pPr marL="2771866" indent="0">
              <a:buNone/>
              <a:defRPr sz="1386" b="1"/>
            </a:lvl8pPr>
            <a:lvl9pPr marL="3167847" indent="0">
              <a:buNone/>
              <a:defRPr sz="138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5535" y="2367064"/>
            <a:ext cx="3350547" cy="3481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009520" y="1588543"/>
            <a:ext cx="3367048" cy="778521"/>
          </a:xfrm>
        </p:spPr>
        <p:txBody>
          <a:bodyPr anchor="b"/>
          <a:lstStyle>
            <a:lvl1pPr marL="0" indent="0">
              <a:buNone/>
              <a:defRPr sz="2079" b="1"/>
            </a:lvl1pPr>
            <a:lvl2pPr marL="395981" indent="0">
              <a:buNone/>
              <a:defRPr sz="1732" b="1"/>
            </a:lvl2pPr>
            <a:lvl3pPr marL="791962" indent="0">
              <a:buNone/>
              <a:defRPr sz="1559" b="1"/>
            </a:lvl3pPr>
            <a:lvl4pPr marL="1187943" indent="0">
              <a:buNone/>
              <a:defRPr sz="1386" b="1"/>
            </a:lvl4pPr>
            <a:lvl5pPr marL="1583924" indent="0">
              <a:buNone/>
              <a:defRPr sz="1386" b="1"/>
            </a:lvl5pPr>
            <a:lvl6pPr marL="1979905" indent="0">
              <a:buNone/>
              <a:defRPr sz="1386" b="1"/>
            </a:lvl6pPr>
            <a:lvl7pPr marL="2375886" indent="0">
              <a:buNone/>
              <a:defRPr sz="1386" b="1"/>
            </a:lvl7pPr>
            <a:lvl8pPr marL="2771866" indent="0">
              <a:buNone/>
              <a:defRPr sz="1386" b="1"/>
            </a:lvl8pPr>
            <a:lvl9pPr marL="3167847" indent="0">
              <a:buNone/>
              <a:defRPr sz="138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09520" y="2367064"/>
            <a:ext cx="3367048" cy="3481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FE9D3-76B4-8F45-AE9E-EB3FC8083E98}" type="datetimeFigureOut">
              <a:rPr lang="en-US" smtClean="0"/>
              <a:t>7/31/26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5018-DBE0-D545-9F99-085C147B1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500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FE9D3-76B4-8F45-AE9E-EB3FC8083E98}" type="datetimeFigureOut">
              <a:rPr lang="en-US" smtClean="0"/>
              <a:t>7/31/26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5018-DBE0-D545-9F99-085C147B1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299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FE9D3-76B4-8F45-AE9E-EB3FC8083E98}" type="datetimeFigureOut">
              <a:rPr lang="en-US" smtClean="0"/>
              <a:t>7/31/26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5018-DBE0-D545-9F99-085C147B1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36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4" y="432012"/>
            <a:ext cx="2554418" cy="1512041"/>
          </a:xfrm>
        </p:spPr>
        <p:txBody>
          <a:bodyPr anchor="b"/>
          <a:lstStyle>
            <a:lvl1pPr>
              <a:defRPr sz="277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67048" y="933027"/>
            <a:ext cx="4009519" cy="4605124"/>
          </a:xfrm>
        </p:spPr>
        <p:txBody>
          <a:bodyPr/>
          <a:lstStyle>
            <a:lvl1pPr>
              <a:defRPr sz="2772"/>
            </a:lvl1pPr>
            <a:lvl2pPr>
              <a:defRPr sz="2425"/>
            </a:lvl2pPr>
            <a:lvl3pPr>
              <a:defRPr sz="2079"/>
            </a:lvl3pPr>
            <a:lvl4pPr>
              <a:defRPr sz="1732"/>
            </a:lvl4pPr>
            <a:lvl5pPr>
              <a:defRPr sz="1732"/>
            </a:lvl5pPr>
            <a:lvl6pPr>
              <a:defRPr sz="1732"/>
            </a:lvl6pPr>
            <a:lvl7pPr>
              <a:defRPr sz="1732"/>
            </a:lvl7pPr>
            <a:lvl8pPr>
              <a:defRPr sz="1732"/>
            </a:lvl8pPr>
            <a:lvl9pPr>
              <a:defRPr sz="17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5534" y="1944052"/>
            <a:ext cx="2554418" cy="3601598"/>
          </a:xfrm>
        </p:spPr>
        <p:txBody>
          <a:bodyPr/>
          <a:lstStyle>
            <a:lvl1pPr marL="0" indent="0">
              <a:buNone/>
              <a:defRPr sz="1386"/>
            </a:lvl1pPr>
            <a:lvl2pPr marL="395981" indent="0">
              <a:buNone/>
              <a:defRPr sz="1213"/>
            </a:lvl2pPr>
            <a:lvl3pPr marL="791962" indent="0">
              <a:buNone/>
              <a:defRPr sz="1039"/>
            </a:lvl3pPr>
            <a:lvl4pPr marL="1187943" indent="0">
              <a:buNone/>
              <a:defRPr sz="866"/>
            </a:lvl4pPr>
            <a:lvl5pPr marL="1583924" indent="0">
              <a:buNone/>
              <a:defRPr sz="866"/>
            </a:lvl5pPr>
            <a:lvl6pPr marL="1979905" indent="0">
              <a:buNone/>
              <a:defRPr sz="866"/>
            </a:lvl6pPr>
            <a:lvl7pPr marL="2375886" indent="0">
              <a:buNone/>
              <a:defRPr sz="866"/>
            </a:lvl7pPr>
            <a:lvl8pPr marL="2771866" indent="0">
              <a:buNone/>
              <a:defRPr sz="866"/>
            </a:lvl8pPr>
            <a:lvl9pPr marL="3167847" indent="0">
              <a:buNone/>
              <a:defRPr sz="86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FE9D3-76B4-8F45-AE9E-EB3FC8083E98}" type="datetimeFigureOut">
              <a:rPr lang="en-US" smtClean="0"/>
              <a:t>7/31/26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5018-DBE0-D545-9F99-085C147B1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920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4" y="432012"/>
            <a:ext cx="2554418" cy="1512041"/>
          </a:xfrm>
        </p:spPr>
        <p:txBody>
          <a:bodyPr anchor="b"/>
          <a:lstStyle>
            <a:lvl1pPr>
              <a:defRPr sz="277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67048" y="933027"/>
            <a:ext cx="4009519" cy="4605124"/>
          </a:xfrm>
        </p:spPr>
        <p:txBody>
          <a:bodyPr anchor="t"/>
          <a:lstStyle>
            <a:lvl1pPr marL="0" indent="0">
              <a:buNone/>
              <a:defRPr sz="2772"/>
            </a:lvl1pPr>
            <a:lvl2pPr marL="395981" indent="0">
              <a:buNone/>
              <a:defRPr sz="2425"/>
            </a:lvl2pPr>
            <a:lvl3pPr marL="791962" indent="0">
              <a:buNone/>
              <a:defRPr sz="2079"/>
            </a:lvl3pPr>
            <a:lvl4pPr marL="1187943" indent="0">
              <a:buNone/>
              <a:defRPr sz="1732"/>
            </a:lvl4pPr>
            <a:lvl5pPr marL="1583924" indent="0">
              <a:buNone/>
              <a:defRPr sz="1732"/>
            </a:lvl5pPr>
            <a:lvl6pPr marL="1979905" indent="0">
              <a:buNone/>
              <a:defRPr sz="1732"/>
            </a:lvl6pPr>
            <a:lvl7pPr marL="2375886" indent="0">
              <a:buNone/>
              <a:defRPr sz="1732"/>
            </a:lvl7pPr>
            <a:lvl8pPr marL="2771866" indent="0">
              <a:buNone/>
              <a:defRPr sz="1732"/>
            </a:lvl8pPr>
            <a:lvl9pPr marL="3167847" indent="0">
              <a:buNone/>
              <a:defRPr sz="173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5534" y="1944052"/>
            <a:ext cx="2554418" cy="3601598"/>
          </a:xfrm>
        </p:spPr>
        <p:txBody>
          <a:bodyPr/>
          <a:lstStyle>
            <a:lvl1pPr marL="0" indent="0">
              <a:buNone/>
              <a:defRPr sz="1386"/>
            </a:lvl1pPr>
            <a:lvl2pPr marL="395981" indent="0">
              <a:buNone/>
              <a:defRPr sz="1213"/>
            </a:lvl2pPr>
            <a:lvl3pPr marL="791962" indent="0">
              <a:buNone/>
              <a:defRPr sz="1039"/>
            </a:lvl3pPr>
            <a:lvl4pPr marL="1187943" indent="0">
              <a:buNone/>
              <a:defRPr sz="866"/>
            </a:lvl4pPr>
            <a:lvl5pPr marL="1583924" indent="0">
              <a:buNone/>
              <a:defRPr sz="866"/>
            </a:lvl5pPr>
            <a:lvl6pPr marL="1979905" indent="0">
              <a:buNone/>
              <a:defRPr sz="866"/>
            </a:lvl6pPr>
            <a:lvl7pPr marL="2375886" indent="0">
              <a:buNone/>
              <a:defRPr sz="866"/>
            </a:lvl7pPr>
            <a:lvl8pPr marL="2771866" indent="0">
              <a:buNone/>
              <a:defRPr sz="866"/>
            </a:lvl8pPr>
            <a:lvl9pPr marL="3167847" indent="0">
              <a:buNone/>
              <a:defRPr sz="86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FE9D3-76B4-8F45-AE9E-EB3FC8083E98}" type="datetimeFigureOut">
              <a:rPr lang="en-US" smtClean="0"/>
              <a:t>7/31/26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5018-DBE0-D545-9F99-085C147B1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275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FE9D3-76B4-8F45-AE9E-EB3FC8083E98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5018-DBE0-D545-9F99-085C147B1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60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7778" y="345009"/>
            <a:ext cx="1707758" cy="549164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4503" y="345009"/>
            <a:ext cx="5024274" cy="54916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FE9D3-76B4-8F45-AE9E-EB3FC8083E98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65018-DBE0-D545-9F99-085C147B1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048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4503" y="345011"/>
            <a:ext cx="6831033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503" y="1725046"/>
            <a:ext cx="6831033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4502" y="6006164"/>
            <a:ext cx="1782009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3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DFE9D3-76B4-8F45-AE9E-EB3FC8083E98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23513" y="6006164"/>
            <a:ext cx="2673013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3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93527" y="6006164"/>
            <a:ext cx="1782009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3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165018-DBE0-D545-9F99-085C147B16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555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91962" rtl="0" eaLnBrk="1" latinLnBrk="0" hangingPunct="1">
        <a:lnSpc>
          <a:spcPct val="90000"/>
        </a:lnSpc>
        <a:spcBef>
          <a:spcPct val="0"/>
        </a:spcBef>
        <a:buNone/>
        <a:defRPr sz="381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7990" indent="-197990" algn="l" defTabSz="791962" rtl="0" eaLnBrk="1" latinLnBrk="0" hangingPunct="1">
        <a:lnSpc>
          <a:spcPct val="90000"/>
        </a:lnSpc>
        <a:spcBef>
          <a:spcPts val="866"/>
        </a:spcBef>
        <a:buFont typeface="Arial" panose="020B0604020202020204" pitchFamily="34" charset="0"/>
        <a:buChar char="•"/>
        <a:defRPr sz="2425" kern="1200">
          <a:solidFill>
            <a:schemeClr val="tx1"/>
          </a:solidFill>
          <a:latin typeface="+mn-lt"/>
          <a:ea typeface="+mn-ea"/>
          <a:cs typeface="+mn-cs"/>
        </a:defRPr>
      </a:lvl1pPr>
      <a:lvl2pPr marL="593971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2pPr>
      <a:lvl3pPr marL="989952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732" kern="1200">
          <a:solidFill>
            <a:schemeClr val="tx1"/>
          </a:solidFill>
          <a:latin typeface="+mn-lt"/>
          <a:ea typeface="+mn-ea"/>
          <a:cs typeface="+mn-cs"/>
        </a:defRPr>
      </a:lvl3pPr>
      <a:lvl4pPr marL="1385933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4pPr>
      <a:lvl5pPr marL="1781914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5pPr>
      <a:lvl6pPr marL="2177895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6pPr>
      <a:lvl7pPr marL="2573876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7pPr>
      <a:lvl8pPr marL="2969857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8pPr>
      <a:lvl9pPr marL="3365838" indent="-197990" algn="l" defTabSz="791962" rtl="0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1pPr>
      <a:lvl2pPr marL="395981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2pPr>
      <a:lvl3pPr marL="791962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3pPr>
      <a:lvl4pPr marL="1187943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4pPr>
      <a:lvl5pPr marL="1583924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5pPr>
      <a:lvl6pPr marL="1979905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6pPr>
      <a:lvl7pPr marL="2375886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7pPr>
      <a:lvl8pPr marL="2771866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8pPr>
      <a:lvl9pPr marL="3167847" algn="l" defTabSz="791962" rtl="0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EEAF760C-328C-2BAA-EDA2-31463030D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8" y="0"/>
            <a:ext cx="7772400" cy="239150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6340052-5387-7168-FE71-3FC37A9E5E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9" y="2922068"/>
            <a:ext cx="7772400" cy="355810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45EA1E4-C197-BCA6-769F-95DE2B82E0B9}"/>
              </a:ext>
            </a:extLst>
          </p:cNvPr>
          <p:cNvSpPr txBox="1"/>
          <p:nvPr/>
        </p:nvSpPr>
        <p:spPr>
          <a:xfrm>
            <a:off x="0" y="0"/>
            <a:ext cx="381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ADACB8-92AF-E9E8-7264-5F07376799E8}"/>
              </a:ext>
            </a:extLst>
          </p:cNvPr>
          <p:cNvSpPr txBox="1"/>
          <p:nvPr/>
        </p:nvSpPr>
        <p:spPr>
          <a:xfrm>
            <a:off x="-43281" y="2848596"/>
            <a:ext cx="381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543609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2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Feng, Guanqiao</dc:creator>
  <cp:lastModifiedBy>Feng, Guanqiao</cp:lastModifiedBy>
  <cp:revision>1</cp:revision>
  <dcterms:created xsi:type="dcterms:W3CDTF">2026-08-01T02:18:50Z</dcterms:created>
  <dcterms:modified xsi:type="dcterms:W3CDTF">2026-08-01T02:21:59Z</dcterms:modified>
</cp:coreProperties>
</file>