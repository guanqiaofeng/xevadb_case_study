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sldIdLst>
    <p:sldId id="256" r:id="rId2"/>
  </p:sldIdLst>
  <p:sldSz cx="8999538" cy="8640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95" d="100"/>
          <a:sy n="95" d="100"/>
        </p:scale>
        <p:origin x="27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74966" y="1414125"/>
            <a:ext cx="7649607" cy="3008266"/>
          </a:xfrm>
        </p:spPr>
        <p:txBody>
          <a:bodyPr anchor="b"/>
          <a:lstStyle>
            <a:lvl1pPr algn="ctr">
              <a:defRPr sz="590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4942" y="4538401"/>
            <a:ext cx="6749654" cy="2086184"/>
          </a:xfrm>
        </p:spPr>
        <p:txBody>
          <a:bodyPr/>
          <a:lstStyle>
            <a:lvl1pPr marL="0" indent="0" algn="ctr">
              <a:buNone/>
              <a:defRPr sz="2362"/>
            </a:lvl1pPr>
            <a:lvl2pPr marL="449976" indent="0" algn="ctr">
              <a:buNone/>
              <a:defRPr sz="1968"/>
            </a:lvl2pPr>
            <a:lvl3pPr marL="899952" indent="0" algn="ctr">
              <a:buNone/>
              <a:defRPr sz="1772"/>
            </a:lvl3pPr>
            <a:lvl4pPr marL="1349929" indent="0" algn="ctr">
              <a:buNone/>
              <a:defRPr sz="1575"/>
            </a:lvl4pPr>
            <a:lvl5pPr marL="1799905" indent="0" algn="ctr">
              <a:buNone/>
              <a:defRPr sz="1575"/>
            </a:lvl5pPr>
            <a:lvl6pPr marL="2249881" indent="0" algn="ctr">
              <a:buNone/>
              <a:defRPr sz="1575"/>
            </a:lvl6pPr>
            <a:lvl7pPr marL="2699857" indent="0" algn="ctr">
              <a:buNone/>
              <a:defRPr sz="1575"/>
            </a:lvl7pPr>
            <a:lvl8pPr marL="3149834" indent="0" algn="ctr">
              <a:buNone/>
              <a:defRPr sz="1575"/>
            </a:lvl8pPr>
            <a:lvl9pPr marL="3599810" indent="0" algn="ctr">
              <a:buNone/>
              <a:defRPr sz="1575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4921A-2271-F649-B94C-D9F2E69CC631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1D89B-663A-0444-A27D-AC3381CB1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81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4921A-2271-F649-B94C-D9F2E69CC631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1D89B-663A-0444-A27D-AC3381CB1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778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031" y="2154193"/>
            <a:ext cx="7762102" cy="3594317"/>
          </a:xfrm>
        </p:spPr>
        <p:txBody>
          <a:bodyPr anchor="b"/>
          <a:lstStyle>
            <a:lvl1pPr>
              <a:defRPr sz="590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4031" y="5782513"/>
            <a:ext cx="7762102" cy="1890166"/>
          </a:xfrm>
        </p:spPr>
        <p:txBody>
          <a:bodyPr/>
          <a:lstStyle>
            <a:lvl1pPr marL="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1pPr>
            <a:lvl2pPr marL="449976" indent="0">
              <a:buNone/>
              <a:defRPr sz="1968">
                <a:solidFill>
                  <a:schemeClr val="tx1">
                    <a:tint val="82000"/>
                  </a:schemeClr>
                </a:solidFill>
              </a:defRPr>
            </a:lvl2pPr>
            <a:lvl3pPr marL="899952" indent="0">
              <a:buNone/>
              <a:defRPr sz="1772">
                <a:solidFill>
                  <a:schemeClr val="tx1">
                    <a:tint val="82000"/>
                  </a:schemeClr>
                </a:solidFill>
              </a:defRPr>
            </a:lvl3pPr>
            <a:lvl4pPr marL="1349929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4pPr>
            <a:lvl5pPr marL="1799905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5pPr>
            <a:lvl6pPr marL="2249881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6pPr>
            <a:lvl7pPr marL="2699857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7pPr>
            <a:lvl8pPr marL="3149834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8pPr>
            <a:lvl9pPr marL="3599810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4921A-2271-F649-B94C-D9F2E69CC631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1D89B-663A-0444-A27D-AC3381CB1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86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8718" y="2300203"/>
            <a:ext cx="3824804" cy="54824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56016" y="2300203"/>
            <a:ext cx="3824804" cy="54824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4921A-2271-F649-B94C-D9F2E69CC631}" type="datetimeFigureOut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1D89B-663A-0444-A27D-AC3381CB1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2228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0" y="460043"/>
            <a:ext cx="7762102" cy="16701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9891" y="2118188"/>
            <a:ext cx="3807226" cy="1038091"/>
          </a:xfrm>
        </p:spPr>
        <p:txBody>
          <a:bodyPr anchor="b"/>
          <a:lstStyle>
            <a:lvl1pPr marL="0" indent="0">
              <a:buNone/>
              <a:defRPr sz="2362" b="1"/>
            </a:lvl1pPr>
            <a:lvl2pPr marL="449976" indent="0">
              <a:buNone/>
              <a:defRPr sz="1968" b="1"/>
            </a:lvl2pPr>
            <a:lvl3pPr marL="899952" indent="0">
              <a:buNone/>
              <a:defRPr sz="1772" b="1"/>
            </a:lvl3pPr>
            <a:lvl4pPr marL="1349929" indent="0">
              <a:buNone/>
              <a:defRPr sz="1575" b="1"/>
            </a:lvl4pPr>
            <a:lvl5pPr marL="1799905" indent="0">
              <a:buNone/>
              <a:defRPr sz="1575" b="1"/>
            </a:lvl5pPr>
            <a:lvl6pPr marL="2249881" indent="0">
              <a:buNone/>
              <a:defRPr sz="1575" b="1"/>
            </a:lvl6pPr>
            <a:lvl7pPr marL="2699857" indent="0">
              <a:buNone/>
              <a:defRPr sz="1575" b="1"/>
            </a:lvl7pPr>
            <a:lvl8pPr marL="3149834" indent="0">
              <a:buNone/>
              <a:defRPr sz="1575" b="1"/>
            </a:lvl8pPr>
            <a:lvl9pPr marL="3599810" indent="0">
              <a:buNone/>
              <a:defRPr sz="15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891" y="3156278"/>
            <a:ext cx="3807226" cy="46424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6017" y="2118188"/>
            <a:ext cx="3825976" cy="1038091"/>
          </a:xfrm>
        </p:spPr>
        <p:txBody>
          <a:bodyPr anchor="b"/>
          <a:lstStyle>
            <a:lvl1pPr marL="0" indent="0">
              <a:buNone/>
              <a:defRPr sz="2362" b="1"/>
            </a:lvl1pPr>
            <a:lvl2pPr marL="449976" indent="0">
              <a:buNone/>
              <a:defRPr sz="1968" b="1"/>
            </a:lvl2pPr>
            <a:lvl3pPr marL="899952" indent="0">
              <a:buNone/>
              <a:defRPr sz="1772" b="1"/>
            </a:lvl3pPr>
            <a:lvl4pPr marL="1349929" indent="0">
              <a:buNone/>
              <a:defRPr sz="1575" b="1"/>
            </a:lvl4pPr>
            <a:lvl5pPr marL="1799905" indent="0">
              <a:buNone/>
              <a:defRPr sz="1575" b="1"/>
            </a:lvl5pPr>
            <a:lvl6pPr marL="2249881" indent="0">
              <a:buNone/>
              <a:defRPr sz="1575" b="1"/>
            </a:lvl6pPr>
            <a:lvl7pPr marL="2699857" indent="0">
              <a:buNone/>
              <a:defRPr sz="1575" b="1"/>
            </a:lvl7pPr>
            <a:lvl8pPr marL="3149834" indent="0">
              <a:buNone/>
              <a:defRPr sz="1575" b="1"/>
            </a:lvl8pPr>
            <a:lvl9pPr marL="3599810" indent="0">
              <a:buNone/>
              <a:defRPr sz="15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56017" y="3156278"/>
            <a:ext cx="3825976" cy="46424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4921A-2271-F649-B94C-D9F2E69CC631}" type="datetimeFigureOut">
              <a:rPr lang="en-US" smtClean="0"/>
              <a:t>7/29/26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1D89B-663A-0444-A27D-AC3381CB1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0596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4921A-2271-F649-B94C-D9F2E69CC631}" type="datetimeFigureOut">
              <a:rPr lang="en-US" smtClean="0"/>
              <a:t>7/29/26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1D89B-663A-0444-A27D-AC3381CB1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871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4921A-2271-F649-B94C-D9F2E69CC631}" type="datetimeFigureOut">
              <a:rPr lang="en-US" smtClean="0"/>
              <a:t>7/29/26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1D89B-663A-0444-A27D-AC3381CB1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839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576051"/>
            <a:ext cx="2902585" cy="2016178"/>
          </a:xfrm>
        </p:spPr>
        <p:txBody>
          <a:bodyPr anchor="b"/>
          <a:lstStyle>
            <a:lvl1pPr>
              <a:defRPr sz="31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5976" y="1244112"/>
            <a:ext cx="4556016" cy="6140542"/>
          </a:xfrm>
        </p:spPr>
        <p:txBody>
          <a:bodyPr/>
          <a:lstStyle>
            <a:lvl1pPr>
              <a:defRPr sz="3149"/>
            </a:lvl1pPr>
            <a:lvl2pPr>
              <a:defRPr sz="2756"/>
            </a:lvl2pPr>
            <a:lvl3pPr>
              <a:defRPr sz="2362"/>
            </a:lvl3pPr>
            <a:lvl4pPr>
              <a:defRPr sz="1968"/>
            </a:lvl4pPr>
            <a:lvl5pPr>
              <a:defRPr sz="1968"/>
            </a:lvl5pPr>
            <a:lvl6pPr>
              <a:defRPr sz="1968"/>
            </a:lvl6pPr>
            <a:lvl7pPr>
              <a:defRPr sz="1968"/>
            </a:lvl7pPr>
            <a:lvl8pPr>
              <a:defRPr sz="1968"/>
            </a:lvl8pPr>
            <a:lvl9pPr>
              <a:defRPr sz="196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2592229"/>
            <a:ext cx="2902585" cy="4802425"/>
          </a:xfrm>
        </p:spPr>
        <p:txBody>
          <a:bodyPr/>
          <a:lstStyle>
            <a:lvl1pPr marL="0" indent="0">
              <a:buNone/>
              <a:defRPr sz="1575"/>
            </a:lvl1pPr>
            <a:lvl2pPr marL="449976" indent="0">
              <a:buNone/>
              <a:defRPr sz="1378"/>
            </a:lvl2pPr>
            <a:lvl3pPr marL="899952" indent="0">
              <a:buNone/>
              <a:defRPr sz="1181"/>
            </a:lvl3pPr>
            <a:lvl4pPr marL="1349929" indent="0">
              <a:buNone/>
              <a:defRPr sz="984"/>
            </a:lvl4pPr>
            <a:lvl5pPr marL="1799905" indent="0">
              <a:buNone/>
              <a:defRPr sz="984"/>
            </a:lvl5pPr>
            <a:lvl6pPr marL="2249881" indent="0">
              <a:buNone/>
              <a:defRPr sz="984"/>
            </a:lvl6pPr>
            <a:lvl7pPr marL="2699857" indent="0">
              <a:buNone/>
              <a:defRPr sz="984"/>
            </a:lvl7pPr>
            <a:lvl8pPr marL="3149834" indent="0">
              <a:buNone/>
              <a:defRPr sz="984"/>
            </a:lvl8pPr>
            <a:lvl9pPr marL="3599810" indent="0">
              <a:buNone/>
              <a:defRPr sz="98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4921A-2271-F649-B94C-D9F2E69CC631}" type="datetimeFigureOut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1D89B-663A-0444-A27D-AC3381CB1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862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576051"/>
            <a:ext cx="2902585" cy="2016178"/>
          </a:xfrm>
        </p:spPr>
        <p:txBody>
          <a:bodyPr anchor="b"/>
          <a:lstStyle>
            <a:lvl1pPr>
              <a:defRPr sz="31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25976" y="1244112"/>
            <a:ext cx="4556016" cy="6140542"/>
          </a:xfrm>
        </p:spPr>
        <p:txBody>
          <a:bodyPr anchor="t"/>
          <a:lstStyle>
            <a:lvl1pPr marL="0" indent="0">
              <a:buNone/>
              <a:defRPr sz="3149"/>
            </a:lvl1pPr>
            <a:lvl2pPr marL="449976" indent="0">
              <a:buNone/>
              <a:defRPr sz="2756"/>
            </a:lvl2pPr>
            <a:lvl3pPr marL="899952" indent="0">
              <a:buNone/>
              <a:defRPr sz="2362"/>
            </a:lvl3pPr>
            <a:lvl4pPr marL="1349929" indent="0">
              <a:buNone/>
              <a:defRPr sz="1968"/>
            </a:lvl4pPr>
            <a:lvl5pPr marL="1799905" indent="0">
              <a:buNone/>
              <a:defRPr sz="1968"/>
            </a:lvl5pPr>
            <a:lvl6pPr marL="2249881" indent="0">
              <a:buNone/>
              <a:defRPr sz="1968"/>
            </a:lvl6pPr>
            <a:lvl7pPr marL="2699857" indent="0">
              <a:buNone/>
              <a:defRPr sz="1968"/>
            </a:lvl7pPr>
            <a:lvl8pPr marL="3149834" indent="0">
              <a:buNone/>
              <a:defRPr sz="1968"/>
            </a:lvl8pPr>
            <a:lvl9pPr marL="3599810" indent="0">
              <a:buNone/>
              <a:defRPr sz="196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2592229"/>
            <a:ext cx="2902585" cy="4802425"/>
          </a:xfrm>
        </p:spPr>
        <p:txBody>
          <a:bodyPr/>
          <a:lstStyle>
            <a:lvl1pPr marL="0" indent="0">
              <a:buNone/>
              <a:defRPr sz="1575"/>
            </a:lvl1pPr>
            <a:lvl2pPr marL="449976" indent="0">
              <a:buNone/>
              <a:defRPr sz="1378"/>
            </a:lvl2pPr>
            <a:lvl3pPr marL="899952" indent="0">
              <a:buNone/>
              <a:defRPr sz="1181"/>
            </a:lvl3pPr>
            <a:lvl4pPr marL="1349929" indent="0">
              <a:buNone/>
              <a:defRPr sz="984"/>
            </a:lvl4pPr>
            <a:lvl5pPr marL="1799905" indent="0">
              <a:buNone/>
              <a:defRPr sz="984"/>
            </a:lvl5pPr>
            <a:lvl6pPr marL="2249881" indent="0">
              <a:buNone/>
              <a:defRPr sz="984"/>
            </a:lvl6pPr>
            <a:lvl7pPr marL="2699857" indent="0">
              <a:buNone/>
              <a:defRPr sz="984"/>
            </a:lvl7pPr>
            <a:lvl8pPr marL="3149834" indent="0">
              <a:buNone/>
              <a:defRPr sz="984"/>
            </a:lvl8pPr>
            <a:lvl9pPr marL="3599810" indent="0">
              <a:buNone/>
              <a:defRPr sz="98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4921A-2271-F649-B94C-D9F2E69CC631}" type="datetimeFigureOut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1D89B-663A-0444-A27D-AC3381CB1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698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4921A-2271-F649-B94C-D9F2E69CC631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1D89B-663A-0444-A27D-AC3381CB1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7923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40295" y="460041"/>
            <a:ext cx="1940525" cy="73226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8719" y="460041"/>
            <a:ext cx="5709082" cy="732264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4921A-2271-F649-B94C-D9F2E69CC631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1D89B-663A-0444-A27D-AC3381CB1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91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18" y="460043"/>
            <a:ext cx="7762102" cy="1670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8718" y="2300203"/>
            <a:ext cx="7762102" cy="5482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8718" y="8008709"/>
            <a:ext cx="2024896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8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34921A-2271-F649-B94C-D9F2E69CC631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81097" y="8008709"/>
            <a:ext cx="3037344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8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55924" y="8008709"/>
            <a:ext cx="2024896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8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51D89B-663A-0444-A27D-AC3381CB1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213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899952" rtl="0" eaLnBrk="1" latinLnBrk="0" hangingPunct="1">
        <a:lnSpc>
          <a:spcPct val="90000"/>
        </a:lnSpc>
        <a:spcBef>
          <a:spcPct val="0"/>
        </a:spcBef>
        <a:buNone/>
        <a:defRPr sz="43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4988" indent="-224988" algn="l" defTabSz="899952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2756" kern="1200">
          <a:solidFill>
            <a:schemeClr val="tx1"/>
          </a:solidFill>
          <a:latin typeface="+mn-lt"/>
          <a:ea typeface="+mn-ea"/>
          <a:cs typeface="+mn-cs"/>
        </a:defRPr>
      </a:lvl1pPr>
      <a:lvl2pPr marL="674964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2pPr>
      <a:lvl3pPr marL="1124941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968" kern="1200">
          <a:solidFill>
            <a:schemeClr val="tx1"/>
          </a:solidFill>
          <a:latin typeface="+mn-lt"/>
          <a:ea typeface="+mn-ea"/>
          <a:cs typeface="+mn-cs"/>
        </a:defRPr>
      </a:lvl3pPr>
      <a:lvl4pPr marL="1574917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2024893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474869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924846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374822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824798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1pPr>
      <a:lvl2pPr marL="449976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2pPr>
      <a:lvl3pPr marL="899952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3pPr>
      <a:lvl4pPr marL="1349929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1799905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249881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699857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149834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599810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8771815F-6A10-F511-1657-1C23738A14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04" y="29817"/>
            <a:ext cx="4244546" cy="282969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5FF01BD-BD02-5E40-297D-A5BFA1475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751" y="29817"/>
            <a:ext cx="4244546" cy="282969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E72F069-27A7-EF88-AC72-C5E4B2D8C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204" y="2859514"/>
            <a:ext cx="4244546" cy="282969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4F8FEAC-953B-EF98-FAF6-F839C74EBD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9769" y="2920441"/>
            <a:ext cx="4244546" cy="2829697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1B42E51-A32D-F1C4-0995-58B4049217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204" y="5811066"/>
            <a:ext cx="4244546" cy="2829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23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2996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Feng, Guanqiao</dc:creator>
  <cp:lastModifiedBy>Feng, Guanqiao</cp:lastModifiedBy>
  <cp:revision>2</cp:revision>
  <dcterms:created xsi:type="dcterms:W3CDTF">2026-07-29T17:54:54Z</dcterms:created>
  <dcterms:modified xsi:type="dcterms:W3CDTF">2026-07-31T19:51:33Z</dcterms:modified>
</cp:coreProperties>
</file>