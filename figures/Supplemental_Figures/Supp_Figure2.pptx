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2779375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9" d="100"/>
          <a:sy n="129" d="100"/>
        </p:scale>
        <p:origin x="24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7422" y="942577"/>
            <a:ext cx="9584531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7422" y="3025045"/>
            <a:ext cx="9584531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59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926" y="1435864"/>
            <a:ext cx="11022211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926" y="3854300"/>
            <a:ext cx="11022211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535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8582" y="1533187"/>
            <a:ext cx="5431234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9559" y="1533187"/>
            <a:ext cx="5431234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45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247" y="306638"/>
            <a:ext cx="11022211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247" y="1411865"/>
            <a:ext cx="5406274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0247" y="2103799"/>
            <a:ext cx="5406274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69559" y="1411865"/>
            <a:ext cx="5432899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69559" y="2103799"/>
            <a:ext cx="5432899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3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813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5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247" y="383963"/>
            <a:ext cx="4121681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2899" y="829255"/>
            <a:ext cx="6469559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0247" y="1727835"/>
            <a:ext cx="4121681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51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247" y="383963"/>
            <a:ext cx="4121681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32899" y="829255"/>
            <a:ext cx="6469559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0247" y="1727835"/>
            <a:ext cx="4121681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099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7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5240" y="306637"/>
            <a:ext cx="2755553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8582" y="306637"/>
            <a:ext cx="8106916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921A-2271-F649-B94C-D9F2E69CC63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8582" y="306638"/>
            <a:ext cx="11022211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8582" y="1533187"/>
            <a:ext cx="11022211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8582" y="5338158"/>
            <a:ext cx="2875359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4921A-2271-F649-B94C-D9F2E69CC631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33168" y="5338158"/>
            <a:ext cx="4313039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25434" y="5338158"/>
            <a:ext cx="2875359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1D89B-663A-0444-A27D-AC3381CB16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4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BA566DB-789F-62AE-ACE5-1BC3545CE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7" y="29817"/>
            <a:ext cx="4244546" cy="28296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CCE110B-58A2-4274-81A5-8AE081AA1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364" y="29817"/>
            <a:ext cx="4244546" cy="282969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56A241C-7B17-F949-B653-782894B80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910" y="29817"/>
            <a:ext cx="4244546" cy="28296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8A099D3-75F6-F84A-E234-73D5CD103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17" y="2859514"/>
            <a:ext cx="4244546" cy="28296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0F3370-2D18-D1FC-E963-6AD860D4B7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4363" y="2909542"/>
            <a:ext cx="4244546" cy="282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23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Guanqiao</dc:creator>
  <cp:lastModifiedBy>Feng, Guanqiao</cp:lastModifiedBy>
  <cp:revision>1</cp:revision>
  <dcterms:created xsi:type="dcterms:W3CDTF">2026-07-29T17:54:54Z</dcterms:created>
  <dcterms:modified xsi:type="dcterms:W3CDTF">2026-07-29T18:04:39Z</dcterms:modified>
</cp:coreProperties>
</file>