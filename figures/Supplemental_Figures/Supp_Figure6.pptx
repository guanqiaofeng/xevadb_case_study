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</p:sldIdLst>
  <p:sldSz cx="7513638" cy="649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7" d="100"/>
          <a:sy n="127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3523" y="1063387"/>
            <a:ext cx="6386592" cy="2262141"/>
          </a:xfrm>
        </p:spPr>
        <p:txBody>
          <a:bodyPr anchor="b"/>
          <a:lstStyle>
            <a:lvl1pPr algn="ctr">
              <a:defRPr sz="49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205" y="3412764"/>
            <a:ext cx="5635229" cy="1568758"/>
          </a:xfrm>
        </p:spPr>
        <p:txBody>
          <a:bodyPr/>
          <a:lstStyle>
            <a:lvl1pPr marL="0" indent="0" algn="ctr">
              <a:buNone/>
              <a:defRPr sz="1972"/>
            </a:lvl1pPr>
            <a:lvl2pPr marL="375681" indent="0" algn="ctr">
              <a:buNone/>
              <a:defRPr sz="1643"/>
            </a:lvl2pPr>
            <a:lvl3pPr marL="751362" indent="0" algn="ctr">
              <a:buNone/>
              <a:defRPr sz="1479"/>
            </a:lvl3pPr>
            <a:lvl4pPr marL="1127044" indent="0" algn="ctr">
              <a:buNone/>
              <a:defRPr sz="1315"/>
            </a:lvl4pPr>
            <a:lvl5pPr marL="1502725" indent="0" algn="ctr">
              <a:buNone/>
              <a:defRPr sz="1315"/>
            </a:lvl5pPr>
            <a:lvl6pPr marL="1878406" indent="0" algn="ctr">
              <a:buNone/>
              <a:defRPr sz="1315"/>
            </a:lvl6pPr>
            <a:lvl7pPr marL="2254087" indent="0" algn="ctr">
              <a:buNone/>
              <a:defRPr sz="1315"/>
            </a:lvl7pPr>
            <a:lvl8pPr marL="2629769" indent="0" algn="ctr">
              <a:buNone/>
              <a:defRPr sz="1315"/>
            </a:lvl8pPr>
            <a:lvl9pPr marL="3005450" indent="0" algn="ctr">
              <a:buNone/>
              <a:defRPr sz="131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6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650" y="1619899"/>
            <a:ext cx="6480513" cy="2702836"/>
          </a:xfrm>
        </p:spPr>
        <p:txBody>
          <a:bodyPr anchor="b"/>
          <a:lstStyle>
            <a:lvl1pPr>
              <a:defRPr sz="493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650" y="4348305"/>
            <a:ext cx="6480513" cy="1421358"/>
          </a:xfrm>
        </p:spPr>
        <p:txBody>
          <a:bodyPr/>
          <a:lstStyle>
            <a:lvl1pPr marL="0" indent="0">
              <a:buNone/>
              <a:defRPr sz="1972">
                <a:solidFill>
                  <a:schemeClr val="tx1">
                    <a:tint val="82000"/>
                  </a:schemeClr>
                </a:solidFill>
              </a:defRPr>
            </a:lvl1pPr>
            <a:lvl2pPr marL="375681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2pPr>
            <a:lvl3pPr marL="751362" indent="0">
              <a:buNone/>
              <a:defRPr sz="1479">
                <a:solidFill>
                  <a:schemeClr val="tx1">
                    <a:tint val="82000"/>
                  </a:schemeClr>
                </a:solidFill>
              </a:defRPr>
            </a:lvl3pPr>
            <a:lvl4pPr marL="1127044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4pPr>
            <a:lvl5pPr marL="1502725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5pPr>
            <a:lvl6pPr marL="1878406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6pPr>
            <a:lvl7pPr marL="2254087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7pPr>
            <a:lvl8pPr marL="2629769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8pPr>
            <a:lvl9pPr marL="3005450" indent="0">
              <a:buNone/>
              <a:defRPr sz="131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07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6563" y="1729695"/>
            <a:ext cx="3193296" cy="41226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3779" y="1729695"/>
            <a:ext cx="3193296" cy="41226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0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345940"/>
            <a:ext cx="6480513" cy="12559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542" y="1592824"/>
            <a:ext cx="3178621" cy="780619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681" indent="0">
              <a:buNone/>
              <a:defRPr sz="1643" b="1"/>
            </a:lvl2pPr>
            <a:lvl3pPr marL="751362" indent="0">
              <a:buNone/>
              <a:defRPr sz="1479" b="1"/>
            </a:lvl3pPr>
            <a:lvl4pPr marL="1127044" indent="0">
              <a:buNone/>
              <a:defRPr sz="1315" b="1"/>
            </a:lvl4pPr>
            <a:lvl5pPr marL="1502725" indent="0">
              <a:buNone/>
              <a:defRPr sz="1315" b="1"/>
            </a:lvl5pPr>
            <a:lvl6pPr marL="1878406" indent="0">
              <a:buNone/>
              <a:defRPr sz="1315" b="1"/>
            </a:lvl6pPr>
            <a:lvl7pPr marL="2254087" indent="0">
              <a:buNone/>
              <a:defRPr sz="1315" b="1"/>
            </a:lvl7pPr>
            <a:lvl8pPr marL="2629769" indent="0">
              <a:buNone/>
              <a:defRPr sz="1315" b="1"/>
            </a:lvl8pPr>
            <a:lvl9pPr marL="3005450" indent="0">
              <a:buNone/>
              <a:defRPr sz="13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542" y="2373443"/>
            <a:ext cx="3178621" cy="3490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3780" y="1592824"/>
            <a:ext cx="3194275" cy="780619"/>
          </a:xfrm>
        </p:spPr>
        <p:txBody>
          <a:bodyPr anchor="b"/>
          <a:lstStyle>
            <a:lvl1pPr marL="0" indent="0">
              <a:buNone/>
              <a:defRPr sz="1972" b="1"/>
            </a:lvl1pPr>
            <a:lvl2pPr marL="375681" indent="0">
              <a:buNone/>
              <a:defRPr sz="1643" b="1"/>
            </a:lvl2pPr>
            <a:lvl3pPr marL="751362" indent="0">
              <a:buNone/>
              <a:defRPr sz="1479" b="1"/>
            </a:lvl3pPr>
            <a:lvl4pPr marL="1127044" indent="0">
              <a:buNone/>
              <a:defRPr sz="1315" b="1"/>
            </a:lvl4pPr>
            <a:lvl5pPr marL="1502725" indent="0">
              <a:buNone/>
              <a:defRPr sz="1315" b="1"/>
            </a:lvl5pPr>
            <a:lvl6pPr marL="1878406" indent="0">
              <a:buNone/>
              <a:defRPr sz="1315" b="1"/>
            </a:lvl6pPr>
            <a:lvl7pPr marL="2254087" indent="0">
              <a:buNone/>
              <a:defRPr sz="1315" b="1"/>
            </a:lvl7pPr>
            <a:lvl8pPr marL="2629769" indent="0">
              <a:buNone/>
              <a:defRPr sz="1315" b="1"/>
            </a:lvl8pPr>
            <a:lvl9pPr marL="3005450" indent="0">
              <a:buNone/>
              <a:defRPr sz="13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3780" y="2373443"/>
            <a:ext cx="3194275" cy="34909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6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1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2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433176"/>
            <a:ext cx="2423344" cy="1516116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4275" y="935541"/>
            <a:ext cx="3803779" cy="4617534"/>
          </a:xfrm>
        </p:spPr>
        <p:txBody>
          <a:bodyPr/>
          <a:lstStyle>
            <a:lvl1pPr>
              <a:defRPr sz="2629"/>
            </a:lvl1pPr>
            <a:lvl2pPr>
              <a:defRPr sz="2301"/>
            </a:lvl2pPr>
            <a:lvl3pPr>
              <a:defRPr sz="1972"/>
            </a:lvl3pPr>
            <a:lvl4pPr>
              <a:defRPr sz="1643"/>
            </a:lvl4pPr>
            <a:lvl5pPr>
              <a:defRPr sz="1643"/>
            </a:lvl5pPr>
            <a:lvl6pPr>
              <a:defRPr sz="1643"/>
            </a:lvl6pPr>
            <a:lvl7pPr>
              <a:defRPr sz="1643"/>
            </a:lvl7pPr>
            <a:lvl8pPr>
              <a:defRPr sz="1643"/>
            </a:lvl8pPr>
            <a:lvl9pPr>
              <a:defRPr sz="164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1949292"/>
            <a:ext cx="2423344" cy="3611303"/>
          </a:xfrm>
        </p:spPr>
        <p:txBody>
          <a:bodyPr/>
          <a:lstStyle>
            <a:lvl1pPr marL="0" indent="0">
              <a:buNone/>
              <a:defRPr sz="1315"/>
            </a:lvl1pPr>
            <a:lvl2pPr marL="375681" indent="0">
              <a:buNone/>
              <a:defRPr sz="1150"/>
            </a:lvl2pPr>
            <a:lvl3pPr marL="751362" indent="0">
              <a:buNone/>
              <a:defRPr sz="986"/>
            </a:lvl3pPr>
            <a:lvl4pPr marL="1127044" indent="0">
              <a:buNone/>
              <a:defRPr sz="822"/>
            </a:lvl4pPr>
            <a:lvl5pPr marL="1502725" indent="0">
              <a:buNone/>
              <a:defRPr sz="822"/>
            </a:lvl5pPr>
            <a:lvl6pPr marL="1878406" indent="0">
              <a:buNone/>
              <a:defRPr sz="822"/>
            </a:lvl6pPr>
            <a:lvl7pPr marL="2254087" indent="0">
              <a:buNone/>
              <a:defRPr sz="822"/>
            </a:lvl7pPr>
            <a:lvl8pPr marL="2629769" indent="0">
              <a:buNone/>
              <a:defRPr sz="822"/>
            </a:lvl8pPr>
            <a:lvl9pPr marL="3005450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10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541" y="433176"/>
            <a:ext cx="2423344" cy="1516116"/>
          </a:xfrm>
        </p:spPr>
        <p:txBody>
          <a:bodyPr anchor="b"/>
          <a:lstStyle>
            <a:lvl1pPr>
              <a:defRPr sz="26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94275" y="935541"/>
            <a:ext cx="3803779" cy="4617534"/>
          </a:xfrm>
        </p:spPr>
        <p:txBody>
          <a:bodyPr anchor="t"/>
          <a:lstStyle>
            <a:lvl1pPr marL="0" indent="0">
              <a:buNone/>
              <a:defRPr sz="2629"/>
            </a:lvl1pPr>
            <a:lvl2pPr marL="375681" indent="0">
              <a:buNone/>
              <a:defRPr sz="2301"/>
            </a:lvl2pPr>
            <a:lvl3pPr marL="751362" indent="0">
              <a:buNone/>
              <a:defRPr sz="1972"/>
            </a:lvl3pPr>
            <a:lvl4pPr marL="1127044" indent="0">
              <a:buNone/>
              <a:defRPr sz="1643"/>
            </a:lvl4pPr>
            <a:lvl5pPr marL="1502725" indent="0">
              <a:buNone/>
              <a:defRPr sz="1643"/>
            </a:lvl5pPr>
            <a:lvl6pPr marL="1878406" indent="0">
              <a:buNone/>
              <a:defRPr sz="1643"/>
            </a:lvl6pPr>
            <a:lvl7pPr marL="2254087" indent="0">
              <a:buNone/>
              <a:defRPr sz="1643"/>
            </a:lvl7pPr>
            <a:lvl8pPr marL="2629769" indent="0">
              <a:buNone/>
              <a:defRPr sz="1643"/>
            </a:lvl8pPr>
            <a:lvl9pPr marL="3005450" indent="0">
              <a:buNone/>
              <a:defRPr sz="164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7541" y="1949292"/>
            <a:ext cx="2423344" cy="3611303"/>
          </a:xfrm>
        </p:spPr>
        <p:txBody>
          <a:bodyPr/>
          <a:lstStyle>
            <a:lvl1pPr marL="0" indent="0">
              <a:buNone/>
              <a:defRPr sz="1315"/>
            </a:lvl1pPr>
            <a:lvl2pPr marL="375681" indent="0">
              <a:buNone/>
              <a:defRPr sz="1150"/>
            </a:lvl2pPr>
            <a:lvl3pPr marL="751362" indent="0">
              <a:buNone/>
              <a:defRPr sz="986"/>
            </a:lvl3pPr>
            <a:lvl4pPr marL="1127044" indent="0">
              <a:buNone/>
              <a:defRPr sz="822"/>
            </a:lvl4pPr>
            <a:lvl5pPr marL="1502725" indent="0">
              <a:buNone/>
              <a:defRPr sz="822"/>
            </a:lvl5pPr>
            <a:lvl6pPr marL="1878406" indent="0">
              <a:buNone/>
              <a:defRPr sz="822"/>
            </a:lvl6pPr>
            <a:lvl7pPr marL="2254087" indent="0">
              <a:buNone/>
              <a:defRPr sz="822"/>
            </a:lvl7pPr>
            <a:lvl8pPr marL="2629769" indent="0">
              <a:buNone/>
              <a:defRPr sz="822"/>
            </a:lvl8pPr>
            <a:lvl9pPr marL="3005450" indent="0">
              <a:buNone/>
              <a:defRPr sz="8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84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76948" y="345939"/>
            <a:ext cx="1620128" cy="55064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6563" y="345939"/>
            <a:ext cx="4766464" cy="550644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7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563" y="345940"/>
            <a:ext cx="6480513" cy="1255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563" y="1729695"/>
            <a:ext cx="6480513" cy="4122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562" y="6022349"/>
            <a:ext cx="1690569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0F7A7-4887-144D-A948-3B99FE95496B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88893" y="6022349"/>
            <a:ext cx="2535853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06507" y="6022349"/>
            <a:ext cx="1690569" cy="3459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6CC1B-8EB1-064F-BC98-267DCF9D7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4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51362" rtl="0" eaLnBrk="1" latinLnBrk="0" hangingPunct="1">
        <a:lnSpc>
          <a:spcPct val="90000"/>
        </a:lnSpc>
        <a:spcBef>
          <a:spcPct val="0"/>
        </a:spcBef>
        <a:buNone/>
        <a:defRPr sz="36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7841" indent="-187841" algn="l" defTabSz="751362" rtl="0" eaLnBrk="1" latinLnBrk="0" hangingPunct="1">
        <a:lnSpc>
          <a:spcPct val="90000"/>
        </a:lnSpc>
        <a:spcBef>
          <a:spcPts val="822"/>
        </a:spcBef>
        <a:buFont typeface="Arial" panose="020B0604020202020204" pitchFamily="34" charset="0"/>
        <a:buChar char="•"/>
        <a:defRPr sz="2301" kern="1200">
          <a:solidFill>
            <a:schemeClr val="tx1"/>
          </a:solidFill>
          <a:latin typeface="+mn-lt"/>
          <a:ea typeface="+mn-ea"/>
          <a:cs typeface="+mn-cs"/>
        </a:defRPr>
      </a:lvl1pPr>
      <a:lvl2pPr marL="563522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972" kern="1200">
          <a:solidFill>
            <a:schemeClr val="tx1"/>
          </a:solidFill>
          <a:latin typeface="+mn-lt"/>
          <a:ea typeface="+mn-ea"/>
          <a:cs typeface="+mn-cs"/>
        </a:defRPr>
      </a:lvl2pPr>
      <a:lvl3pPr marL="939203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643" kern="1200">
          <a:solidFill>
            <a:schemeClr val="tx1"/>
          </a:solidFill>
          <a:latin typeface="+mn-lt"/>
          <a:ea typeface="+mn-ea"/>
          <a:cs typeface="+mn-cs"/>
        </a:defRPr>
      </a:lvl3pPr>
      <a:lvl4pPr marL="1314884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690566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2066247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441928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817609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193291" indent="-187841" algn="l" defTabSz="751362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1pPr>
      <a:lvl2pPr marL="375681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2pPr>
      <a:lvl3pPr marL="751362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3pPr>
      <a:lvl4pPr marL="1127044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4pPr>
      <a:lvl5pPr marL="1502725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5pPr>
      <a:lvl6pPr marL="1878406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6pPr>
      <a:lvl7pPr marL="2254087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7pPr>
      <a:lvl8pPr marL="2629769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8pPr>
      <a:lvl9pPr marL="3005450" algn="l" defTabSz="751362" rtl="0" eaLnBrk="1" latinLnBrk="0" hangingPunct="1">
        <a:defRPr sz="14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DBBE73B-DD1B-DDAD-A922-DB47CD76C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3665"/>
            <a:ext cx="7513638" cy="294675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FE2A83-769A-2B0D-253A-6561C5481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218"/>
            <a:ext cx="7513638" cy="294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602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3</cp:revision>
  <dcterms:created xsi:type="dcterms:W3CDTF">2026-07-29T19:45:17Z</dcterms:created>
  <dcterms:modified xsi:type="dcterms:W3CDTF">2026-07-29T19:55:59Z</dcterms:modified>
</cp:coreProperties>
</file>