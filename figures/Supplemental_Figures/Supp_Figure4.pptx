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5136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2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523" y="1122363"/>
            <a:ext cx="6386592" cy="2387600"/>
          </a:xfrm>
        </p:spPr>
        <p:txBody>
          <a:bodyPr anchor="b"/>
          <a:lstStyle>
            <a:lvl1pPr algn="ctr">
              <a:defRPr sz="49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205" y="3602038"/>
            <a:ext cx="5635229" cy="1655762"/>
          </a:xfrm>
        </p:spPr>
        <p:txBody>
          <a:bodyPr/>
          <a:lstStyle>
            <a:lvl1pPr marL="0" indent="0" algn="ctr">
              <a:buNone/>
              <a:defRPr sz="1972"/>
            </a:lvl1pPr>
            <a:lvl2pPr marL="375681" indent="0" algn="ctr">
              <a:buNone/>
              <a:defRPr sz="1643"/>
            </a:lvl2pPr>
            <a:lvl3pPr marL="751362" indent="0" algn="ctr">
              <a:buNone/>
              <a:defRPr sz="1479"/>
            </a:lvl3pPr>
            <a:lvl4pPr marL="1127044" indent="0" algn="ctr">
              <a:buNone/>
              <a:defRPr sz="1315"/>
            </a:lvl4pPr>
            <a:lvl5pPr marL="1502725" indent="0" algn="ctr">
              <a:buNone/>
              <a:defRPr sz="1315"/>
            </a:lvl5pPr>
            <a:lvl6pPr marL="1878406" indent="0" algn="ctr">
              <a:buNone/>
              <a:defRPr sz="1315"/>
            </a:lvl6pPr>
            <a:lvl7pPr marL="2254087" indent="0" algn="ctr">
              <a:buNone/>
              <a:defRPr sz="1315"/>
            </a:lvl7pPr>
            <a:lvl8pPr marL="2629769" indent="0" algn="ctr">
              <a:buNone/>
              <a:defRPr sz="1315"/>
            </a:lvl8pPr>
            <a:lvl9pPr marL="3005450" indent="0" algn="ctr">
              <a:buNone/>
              <a:defRPr sz="131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4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650" y="1709740"/>
            <a:ext cx="6480513" cy="2852737"/>
          </a:xfrm>
        </p:spPr>
        <p:txBody>
          <a:bodyPr anchor="b"/>
          <a:lstStyle>
            <a:lvl1pPr>
              <a:defRPr sz="49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650" y="4589465"/>
            <a:ext cx="6480513" cy="1500187"/>
          </a:xfrm>
        </p:spPr>
        <p:txBody>
          <a:bodyPr/>
          <a:lstStyle>
            <a:lvl1pPr marL="0" indent="0">
              <a:buNone/>
              <a:defRPr sz="1972">
                <a:solidFill>
                  <a:schemeClr val="tx1">
                    <a:tint val="82000"/>
                  </a:schemeClr>
                </a:solidFill>
              </a:defRPr>
            </a:lvl1pPr>
            <a:lvl2pPr marL="375681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2pPr>
            <a:lvl3pPr marL="751362" indent="0">
              <a:buNone/>
              <a:defRPr sz="1479">
                <a:solidFill>
                  <a:schemeClr val="tx1">
                    <a:tint val="82000"/>
                  </a:schemeClr>
                </a:solidFill>
              </a:defRPr>
            </a:lvl3pPr>
            <a:lvl4pPr marL="1127044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4pPr>
            <a:lvl5pPr marL="1502725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5pPr>
            <a:lvl6pPr marL="1878406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6pPr>
            <a:lvl7pPr marL="2254087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7pPr>
            <a:lvl8pPr marL="2629769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8pPr>
            <a:lvl9pPr marL="3005450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1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6563" y="1825625"/>
            <a:ext cx="319329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3779" y="1825625"/>
            <a:ext cx="319329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9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365126"/>
            <a:ext cx="648051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542" y="1681163"/>
            <a:ext cx="3178621" cy="823912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681" indent="0">
              <a:buNone/>
              <a:defRPr sz="1643" b="1"/>
            </a:lvl2pPr>
            <a:lvl3pPr marL="751362" indent="0">
              <a:buNone/>
              <a:defRPr sz="1479" b="1"/>
            </a:lvl3pPr>
            <a:lvl4pPr marL="1127044" indent="0">
              <a:buNone/>
              <a:defRPr sz="1315" b="1"/>
            </a:lvl4pPr>
            <a:lvl5pPr marL="1502725" indent="0">
              <a:buNone/>
              <a:defRPr sz="1315" b="1"/>
            </a:lvl5pPr>
            <a:lvl6pPr marL="1878406" indent="0">
              <a:buNone/>
              <a:defRPr sz="1315" b="1"/>
            </a:lvl6pPr>
            <a:lvl7pPr marL="2254087" indent="0">
              <a:buNone/>
              <a:defRPr sz="1315" b="1"/>
            </a:lvl7pPr>
            <a:lvl8pPr marL="2629769" indent="0">
              <a:buNone/>
              <a:defRPr sz="1315" b="1"/>
            </a:lvl8pPr>
            <a:lvl9pPr marL="3005450" indent="0">
              <a:buNone/>
              <a:defRPr sz="13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542" y="2505075"/>
            <a:ext cx="317862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3780" y="1681163"/>
            <a:ext cx="3194275" cy="823912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681" indent="0">
              <a:buNone/>
              <a:defRPr sz="1643" b="1"/>
            </a:lvl2pPr>
            <a:lvl3pPr marL="751362" indent="0">
              <a:buNone/>
              <a:defRPr sz="1479" b="1"/>
            </a:lvl3pPr>
            <a:lvl4pPr marL="1127044" indent="0">
              <a:buNone/>
              <a:defRPr sz="1315" b="1"/>
            </a:lvl4pPr>
            <a:lvl5pPr marL="1502725" indent="0">
              <a:buNone/>
              <a:defRPr sz="1315" b="1"/>
            </a:lvl5pPr>
            <a:lvl6pPr marL="1878406" indent="0">
              <a:buNone/>
              <a:defRPr sz="1315" b="1"/>
            </a:lvl6pPr>
            <a:lvl7pPr marL="2254087" indent="0">
              <a:buNone/>
              <a:defRPr sz="1315" b="1"/>
            </a:lvl7pPr>
            <a:lvl8pPr marL="2629769" indent="0">
              <a:buNone/>
              <a:defRPr sz="1315" b="1"/>
            </a:lvl8pPr>
            <a:lvl9pPr marL="3005450" indent="0">
              <a:buNone/>
              <a:defRPr sz="13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3780" y="2505075"/>
            <a:ext cx="31942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2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9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6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457200"/>
            <a:ext cx="2423344" cy="1600200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275" y="987426"/>
            <a:ext cx="3803779" cy="4873625"/>
          </a:xfrm>
        </p:spPr>
        <p:txBody>
          <a:bodyPr/>
          <a:lstStyle>
            <a:lvl1pPr>
              <a:defRPr sz="2629"/>
            </a:lvl1pPr>
            <a:lvl2pPr>
              <a:defRPr sz="2301"/>
            </a:lvl2pPr>
            <a:lvl3pPr>
              <a:defRPr sz="1972"/>
            </a:lvl3pPr>
            <a:lvl4pPr>
              <a:defRPr sz="1643"/>
            </a:lvl4pPr>
            <a:lvl5pPr>
              <a:defRPr sz="1643"/>
            </a:lvl5pPr>
            <a:lvl6pPr>
              <a:defRPr sz="1643"/>
            </a:lvl6pPr>
            <a:lvl7pPr>
              <a:defRPr sz="1643"/>
            </a:lvl7pPr>
            <a:lvl8pPr>
              <a:defRPr sz="1643"/>
            </a:lvl8pPr>
            <a:lvl9pPr>
              <a:defRPr sz="16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541" y="2057400"/>
            <a:ext cx="2423344" cy="3811588"/>
          </a:xfrm>
        </p:spPr>
        <p:txBody>
          <a:bodyPr/>
          <a:lstStyle>
            <a:lvl1pPr marL="0" indent="0">
              <a:buNone/>
              <a:defRPr sz="1315"/>
            </a:lvl1pPr>
            <a:lvl2pPr marL="375681" indent="0">
              <a:buNone/>
              <a:defRPr sz="1150"/>
            </a:lvl2pPr>
            <a:lvl3pPr marL="751362" indent="0">
              <a:buNone/>
              <a:defRPr sz="986"/>
            </a:lvl3pPr>
            <a:lvl4pPr marL="1127044" indent="0">
              <a:buNone/>
              <a:defRPr sz="822"/>
            </a:lvl4pPr>
            <a:lvl5pPr marL="1502725" indent="0">
              <a:buNone/>
              <a:defRPr sz="822"/>
            </a:lvl5pPr>
            <a:lvl6pPr marL="1878406" indent="0">
              <a:buNone/>
              <a:defRPr sz="822"/>
            </a:lvl6pPr>
            <a:lvl7pPr marL="2254087" indent="0">
              <a:buNone/>
              <a:defRPr sz="822"/>
            </a:lvl7pPr>
            <a:lvl8pPr marL="2629769" indent="0">
              <a:buNone/>
              <a:defRPr sz="822"/>
            </a:lvl8pPr>
            <a:lvl9pPr marL="3005450" indent="0">
              <a:buNone/>
              <a:defRPr sz="8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4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457200"/>
            <a:ext cx="2423344" cy="1600200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94275" y="987426"/>
            <a:ext cx="3803779" cy="4873625"/>
          </a:xfrm>
        </p:spPr>
        <p:txBody>
          <a:bodyPr anchor="t"/>
          <a:lstStyle>
            <a:lvl1pPr marL="0" indent="0">
              <a:buNone/>
              <a:defRPr sz="2629"/>
            </a:lvl1pPr>
            <a:lvl2pPr marL="375681" indent="0">
              <a:buNone/>
              <a:defRPr sz="2301"/>
            </a:lvl2pPr>
            <a:lvl3pPr marL="751362" indent="0">
              <a:buNone/>
              <a:defRPr sz="1972"/>
            </a:lvl3pPr>
            <a:lvl4pPr marL="1127044" indent="0">
              <a:buNone/>
              <a:defRPr sz="1643"/>
            </a:lvl4pPr>
            <a:lvl5pPr marL="1502725" indent="0">
              <a:buNone/>
              <a:defRPr sz="1643"/>
            </a:lvl5pPr>
            <a:lvl6pPr marL="1878406" indent="0">
              <a:buNone/>
              <a:defRPr sz="1643"/>
            </a:lvl6pPr>
            <a:lvl7pPr marL="2254087" indent="0">
              <a:buNone/>
              <a:defRPr sz="1643"/>
            </a:lvl7pPr>
            <a:lvl8pPr marL="2629769" indent="0">
              <a:buNone/>
              <a:defRPr sz="1643"/>
            </a:lvl8pPr>
            <a:lvl9pPr marL="3005450" indent="0">
              <a:buNone/>
              <a:defRPr sz="164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541" y="2057400"/>
            <a:ext cx="2423344" cy="3811588"/>
          </a:xfrm>
        </p:spPr>
        <p:txBody>
          <a:bodyPr/>
          <a:lstStyle>
            <a:lvl1pPr marL="0" indent="0">
              <a:buNone/>
              <a:defRPr sz="1315"/>
            </a:lvl1pPr>
            <a:lvl2pPr marL="375681" indent="0">
              <a:buNone/>
              <a:defRPr sz="1150"/>
            </a:lvl2pPr>
            <a:lvl3pPr marL="751362" indent="0">
              <a:buNone/>
              <a:defRPr sz="986"/>
            </a:lvl3pPr>
            <a:lvl4pPr marL="1127044" indent="0">
              <a:buNone/>
              <a:defRPr sz="822"/>
            </a:lvl4pPr>
            <a:lvl5pPr marL="1502725" indent="0">
              <a:buNone/>
              <a:defRPr sz="822"/>
            </a:lvl5pPr>
            <a:lvl6pPr marL="1878406" indent="0">
              <a:buNone/>
              <a:defRPr sz="822"/>
            </a:lvl6pPr>
            <a:lvl7pPr marL="2254087" indent="0">
              <a:buNone/>
              <a:defRPr sz="822"/>
            </a:lvl7pPr>
            <a:lvl8pPr marL="2629769" indent="0">
              <a:buNone/>
              <a:defRPr sz="822"/>
            </a:lvl8pPr>
            <a:lvl9pPr marL="3005450" indent="0">
              <a:buNone/>
              <a:defRPr sz="8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8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76948" y="365125"/>
            <a:ext cx="162012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6563" y="365125"/>
            <a:ext cx="476646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5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563" y="365126"/>
            <a:ext cx="6480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563" y="1825625"/>
            <a:ext cx="64805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562" y="6356352"/>
            <a:ext cx="1690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8893" y="6356352"/>
            <a:ext cx="25358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6507" y="6356352"/>
            <a:ext cx="1690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9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1362" rtl="0" eaLnBrk="1" latinLnBrk="0" hangingPunct="1">
        <a:lnSpc>
          <a:spcPct val="90000"/>
        </a:lnSpc>
        <a:spcBef>
          <a:spcPct val="0"/>
        </a:spcBef>
        <a:buNone/>
        <a:defRPr sz="36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7841" indent="-187841" algn="l" defTabSz="751362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301" kern="1200">
          <a:solidFill>
            <a:schemeClr val="tx1"/>
          </a:solidFill>
          <a:latin typeface="+mn-lt"/>
          <a:ea typeface="+mn-ea"/>
          <a:cs typeface="+mn-cs"/>
        </a:defRPr>
      </a:lvl1pPr>
      <a:lvl2pPr marL="563522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972" kern="1200">
          <a:solidFill>
            <a:schemeClr val="tx1"/>
          </a:solidFill>
          <a:latin typeface="+mn-lt"/>
          <a:ea typeface="+mn-ea"/>
          <a:cs typeface="+mn-cs"/>
        </a:defRPr>
      </a:lvl2pPr>
      <a:lvl3pPr marL="939203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643" kern="1200">
          <a:solidFill>
            <a:schemeClr val="tx1"/>
          </a:solidFill>
          <a:latin typeface="+mn-lt"/>
          <a:ea typeface="+mn-ea"/>
          <a:cs typeface="+mn-cs"/>
        </a:defRPr>
      </a:lvl3pPr>
      <a:lvl4pPr marL="1314884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690566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2066247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441928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817609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193291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1pPr>
      <a:lvl2pPr marL="375681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2pPr>
      <a:lvl3pPr marL="751362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3pPr>
      <a:lvl4pPr marL="1127044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502725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1878406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254087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629769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005450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FC9FC0-F981-1FD5-76F1-86E7C48F4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9" y="3555702"/>
            <a:ext cx="7213600" cy="323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4171CA-2B6B-77F1-FE27-85029053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9" y="126702"/>
            <a:ext cx="72136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0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1</cp:revision>
  <dcterms:created xsi:type="dcterms:W3CDTF">2026-07-29T19:45:17Z</dcterms:created>
  <dcterms:modified xsi:type="dcterms:W3CDTF">2026-07-29T19:46:40Z</dcterms:modified>
</cp:coreProperties>
</file>