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7513638" cy="4697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69" d="100"/>
          <a:sy n="169" d="100"/>
        </p:scale>
        <p:origin x="20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9205" y="768767"/>
            <a:ext cx="5635229" cy="1635396"/>
          </a:xfrm>
        </p:spPr>
        <p:txBody>
          <a:bodyPr anchor="b"/>
          <a:lstStyle>
            <a:lvl1pPr algn="ctr">
              <a:defRPr sz="36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9205" y="2467230"/>
            <a:ext cx="5635229" cy="1134120"/>
          </a:xfrm>
        </p:spPr>
        <p:txBody>
          <a:bodyPr/>
          <a:lstStyle>
            <a:lvl1pPr marL="0" indent="0" algn="ctr">
              <a:buNone/>
              <a:defRPr sz="1479"/>
            </a:lvl1pPr>
            <a:lvl2pPr marL="281772" indent="0" algn="ctr">
              <a:buNone/>
              <a:defRPr sz="1233"/>
            </a:lvl2pPr>
            <a:lvl3pPr marL="563545" indent="0" algn="ctr">
              <a:buNone/>
              <a:defRPr sz="1109"/>
            </a:lvl3pPr>
            <a:lvl4pPr marL="845317" indent="0" algn="ctr">
              <a:buNone/>
              <a:defRPr sz="986"/>
            </a:lvl4pPr>
            <a:lvl5pPr marL="1127089" indent="0" algn="ctr">
              <a:buNone/>
              <a:defRPr sz="986"/>
            </a:lvl5pPr>
            <a:lvl6pPr marL="1408862" indent="0" algn="ctr">
              <a:buNone/>
              <a:defRPr sz="986"/>
            </a:lvl6pPr>
            <a:lvl7pPr marL="1690634" indent="0" algn="ctr">
              <a:buNone/>
              <a:defRPr sz="986"/>
            </a:lvl7pPr>
            <a:lvl8pPr marL="1972407" indent="0" algn="ctr">
              <a:buNone/>
              <a:defRPr sz="986"/>
            </a:lvl8pPr>
            <a:lvl9pPr marL="2254179" indent="0" algn="ctr">
              <a:buNone/>
              <a:defRPr sz="98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812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34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649" y="1171092"/>
            <a:ext cx="6480513" cy="1953993"/>
          </a:xfrm>
        </p:spPr>
        <p:txBody>
          <a:bodyPr anchor="b"/>
          <a:lstStyle>
            <a:lvl1pPr>
              <a:defRPr sz="36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649" y="3143570"/>
            <a:ext cx="6480513" cy="1027559"/>
          </a:xfrm>
        </p:spPr>
        <p:txBody>
          <a:bodyPr/>
          <a:lstStyle>
            <a:lvl1pPr marL="0" indent="0">
              <a:buNone/>
              <a:defRPr sz="1479">
                <a:solidFill>
                  <a:schemeClr val="tx1">
                    <a:tint val="82000"/>
                  </a:schemeClr>
                </a:solidFill>
              </a:defRPr>
            </a:lvl1pPr>
            <a:lvl2pPr marL="281772" indent="0">
              <a:buNone/>
              <a:defRPr sz="1233">
                <a:solidFill>
                  <a:schemeClr val="tx1">
                    <a:tint val="82000"/>
                  </a:schemeClr>
                </a:solidFill>
              </a:defRPr>
            </a:lvl2pPr>
            <a:lvl3pPr marL="563545" indent="0">
              <a:buNone/>
              <a:defRPr sz="1109">
                <a:solidFill>
                  <a:schemeClr val="tx1">
                    <a:tint val="82000"/>
                  </a:schemeClr>
                </a:solidFill>
              </a:defRPr>
            </a:lvl3pPr>
            <a:lvl4pPr marL="845317" indent="0">
              <a:buNone/>
              <a:defRPr sz="986">
                <a:solidFill>
                  <a:schemeClr val="tx1">
                    <a:tint val="82000"/>
                  </a:schemeClr>
                </a:solidFill>
              </a:defRPr>
            </a:lvl4pPr>
            <a:lvl5pPr marL="1127089" indent="0">
              <a:buNone/>
              <a:defRPr sz="986">
                <a:solidFill>
                  <a:schemeClr val="tx1">
                    <a:tint val="82000"/>
                  </a:schemeClr>
                </a:solidFill>
              </a:defRPr>
            </a:lvl5pPr>
            <a:lvl6pPr marL="1408862" indent="0">
              <a:buNone/>
              <a:defRPr sz="986">
                <a:solidFill>
                  <a:schemeClr val="tx1">
                    <a:tint val="82000"/>
                  </a:schemeClr>
                </a:solidFill>
              </a:defRPr>
            </a:lvl6pPr>
            <a:lvl7pPr marL="1690634" indent="0">
              <a:buNone/>
              <a:defRPr sz="986">
                <a:solidFill>
                  <a:schemeClr val="tx1">
                    <a:tint val="82000"/>
                  </a:schemeClr>
                </a:solidFill>
              </a:defRPr>
            </a:lvl7pPr>
            <a:lvl8pPr marL="1972407" indent="0">
              <a:buNone/>
              <a:defRPr sz="986">
                <a:solidFill>
                  <a:schemeClr val="tx1">
                    <a:tint val="82000"/>
                  </a:schemeClr>
                </a:solidFill>
              </a:defRPr>
            </a:lvl8pPr>
            <a:lvl9pPr marL="2254179" indent="0">
              <a:buNone/>
              <a:defRPr sz="98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955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6563" y="1250469"/>
            <a:ext cx="3193296" cy="29804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3779" y="1250469"/>
            <a:ext cx="3193296" cy="29804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0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541" y="250094"/>
            <a:ext cx="6480513" cy="9079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541" y="1151519"/>
            <a:ext cx="3178621" cy="564342"/>
          </a:xfrm>
        </p:spPr>
        <p:txBody>
          <a:bodyPr anchor="b"/>
          <a:lstStyle>
            <a:lvl1pPr marL="0" indent="0">
              <a:buNone/>
              <a:defRPr sz="1479" b="1"/>
            </a:lvl1pPr>
            <a:lvl2pPr marL="281772" indent="0">
              <a:buNone/>
              <a:defRPr sz="1233" b="1"/>
            </a:lvl2pPr>
            <a:lvl3pPr marL="563545" indent="0">
              <a:buNone/>
              <a:defRPr sz="1109" b="1"/>
            </a:lvl3pPr>
            <a:lvl4pPr marL="845317" indent="0">
              <a:buNone/>
              <a:defRPr sz="986" b="1"/>
            </a:lvl4pPr>
            <a:lvl5pPr marL="1127089" indent="0">
              <a:buNone/>
              <a:defRPr sz="986" b="1"/>
            </a:lvl5pPr>
            <a:lvl6pPr marL="1408862" indent="0">
              <a:buNone/>
              <a:defRPr sz="986" b="1"/>
            </a:lvl6pPr>
            <a:lvl7pPr marL="1690634" indent="0">
              <a:buNone/>
              <a:defRPr sz="986" b="1"/>
            </a:lvl7pPr>
            <a:lvl8pPr marL="1972407" indent="0">
              <a:buNone/>
              <a:defRPr sz="986" b="1"/>
            </a:lvl8pPr>
            <a:lvl9pPr marL="2254179" indent="0">
              <a:buNone/>
              <a:defRPr sz="98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7541" y="1715861"/>
            <a:ext cx="3178621" cy="2523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03779" y="1151519"/>
            <a:ext cx="3194275" cy="564342"/>
          </a:xfrm>
        </p:spPr>
        <p:txBody>
          <a:bodyPr anchor="b"/>
          <a:lstStyle>
            <a:lvl1pPr marL="0" indent="0">
              <a:buNone/>
              <a:defRPr sz="1479" b="1"/>
            </a:lvl1pPr>
            <a:lvl2pPr marL="281772" indent="0">
              <a:buNone/>
              <a:defRPr sz="1233" b="1"/>
            </a:lvl2pPr>
            <a:lvl3pPr marL="563545" indent="0">
              <a:buNone/>
              <a:defRPr sz="1109" b="1"/>
            </a:lvl3pPr>
            <a:lvl4pPr marL="845317" indent="0">
              <a:buNone/>
              <a:defRPr sz="986" b="1"/>
            </a:lvl4pPr>
            <a:lvl5pPr marL="1127089" indent="0">
              <a:buNone/>
              <a:defRPr sz="986" b="1"/>
            </a:lvl5pPr>
            <a:lvl6pPr marL="1408862" indent="0">
              <a:buNone/>
              <a:defRPr sz="986" b="1"/>
            </a:lvl6pPr>
            <a:lvl7pPr marL="1690634" indent="0">
              <a:buNone/>
              <a:defRPr sz="986" b="1"/>
            </a:lvl7pPr>
            <a:lvl8pPr marL="1972407" indent="0">
              <a:buNone/>
              <a:defRPr sz="986" b="1"/>
            </a:lvl8pPr>
            <a:lvl9pPr marL="2254179" indent="0">
              <a:buNone/>
              <a:defRPr sz="98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03779" y="1715861"/>
            <a:ext cx="3194275" cy="2523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337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6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740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541" y="313161"/>
            <a:ext cx="2423344" cy="1096063"/>
          </a:xfrm>
        </p:spPr>
        <p:txBody>
          <a:bodyPr anchor="b"/>
          <a:lstStyle>
            <a:lvl1pPr>
              <a:defRPr sz="19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4275" y="676341"/>
            <a:ext cx="3803779" cy="3338208"/>
          </a:xfrm>
        </p:spPr>
        <p:txBody>
          <a:bodyPr/>
          <a:lstStyle>
            <a:lvl1pPr>
              <a:defRPr sz="1972"/>
            </a:lvl1pPr>
            <a:lvl2pPr>
              <a:defRPr sz="1726"/>
            </a:lvl2pPr>
            <a:lvl3pPr>
              <a:defRPr sz="1479"/>
            </a:lvl3pPr>
            <a:lvl4pPr>
              <a:defRPr sz="1233"/>
            </a:lvl4pPr>
            <a:lvl5pPr>
              <a:defRPr sz="1233"/>
            </a:lvl5pPr>
            <a:lvl6pPr>
              <a:defRPr sz="1233"/>
            </a:lvl6pPr>
            <a:lvl7pPr>
              <a:defRPr sz="1233"/>
            </a:lvl7pPr>
            <a:lvl8pPr>
              <a:defRPr sz="1233"/>
            </a:lvl8pPr>
            <a:lvl9pPr>
              <a:defRPr sz="12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7541" y="1409224"/>
            <a:ext cx="2423344" cy="2610762"/>
          </a:xfrm>
        </p:spPr>
        <p:txBody>
          <a:bodyPr/>
          <a:lstStyle>
            <a:lvl1pPr marL="0" indent="0">
              <a:buNone/>
              <a:defRPr sz="986"/>
            </a:lvl1pPr>
            <a:lvl2pPr marL="281772" indent="0">
              <a:buNone/>
              <a:defRPr sz="863"/>
            </a:lvl2pPr>
            <a:lvl3pPr marL="563545" indent="0">
              <a:buNone/>
              <a:defRPr sz="740"/>
            </a:lvl3pPr>
            <a:lvl4pPr marL="845317" indent="0">
              <a:buNone/>
              <a:defRPr sz="616"/>
            </a:lvl4pPr>
            <a:lvl5pPr marL="1127089" indent="0">
              <a:buNone/>
              <a:defRPr sz="616"/>
            </a:lvl5pPr>
            <a:lvl6pPr marL="1408862" indent="0">
              <a:buNone/>
              <a:defRPr sz="616"/>
            </a:lvl6pPr>
            <a:lvl7pPr marL="1690634" indent="0">
              <a:buNone/>
              <a:defRPr sz="616"/>
            </a:lvl7pPr>
            <a:lvl8pPr marL="1972407" indent="0">
              <a:buNone/>
              <a:defRPr sz="616"/>
            </a:lvl8pPr>
            <a:lvl9pPr marL="2254179" indent="0">
              <a:buNone/>
              <a:defRPr sz="6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976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541" y="313161"/>
            <a:ext cx="2423344" cy="1096063"/>
          </a:xfrm>
        </p:spPr>
        <p:txBody>
          <a:bodyPr anchor="b"/>
          <a:lstStyle>
            <a:lvl1pPr>
              <a:defRPr sz="19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94275" y="676341"/>
            <a:ext cx="3803779" cy="3338208"/>
          </a:xfrm>
        </p:spPr>
        <p:txBody>
          <a:bodyPr anchor="t"/>
          <a:lstStyle>
            <a:lvl1pPr marL="0" indent="0">
              <a:buNone/>
              <a:defRPr sz="1972"/>
            </a:lvl1pPr>
            <a:lvl2pPr marL="281772" indent="0">
              <a:buNone/>
              <a:defRPr sz="1726"/>
            </a:lvl2pPr>
            <a:lvl3pPr marL="563545" indent="0">
              <a:buNone/>
              <a:defRPr sz="1479"/>
            </a:lvl3pPr>
            <a:lvl4pPr marL="845317" indent="0">
              <a:buNone/>
              <a:defRPr sz="1233"/>
            </a:lvl4pPr>
            <a:lvl5pPr marL="1127089" indent="0">
              <a:buNone/>
              <a:defRPr sz="1233"/>
            </a:lvl5pPr>
            <a:lvl6pPr marL="1408862" indent="0">
              <a:buNone/>
              <a:defRPr sz="1233"/>
            </a:lvl6pPr>
            <a:lvl7pPr marL="1690634" indent="0">
              <a:buNone/>
              <a:defRPr sz="1233"/>
            </a:lvl7pPr>
            <a:lvl8pPr marL="1972407" indent="0">
              <a:buNone/>
              <a:defRPr sz="1233"/>
            </a:lvl8pPr>
            <a:lvl9pPr marL="2254179" indent="0">
              <a:buNone/>
              <a:defRPr sz="12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7541" y="1409224"/>
            <a:ext cx="2423344" cy="2610762"/>
          </a:xfrm>
        </p:spPr>
        <p:txBody>
          <a:bodyPr/>
          <a:lstStyle>
            <a:lvl1pPr marL="0" indent="0">
              <a:buNone/>
              <a:defRPr sz="986"/>
            </a:lvl1pPr>
            <a:lvl2pPr marL="281772" indent="0">
              <a:buNone/>
              <a:defRPr sz="863"/>
            </a:lvl2pPr>
            <a:lvl3pPr marL="563545" indent="0">
              <a:buNone/>
              <a:defRPr sz="740"/>
            </a:lvl3pPr>
            <a:lvl4pPr marL="845317" indent="0">
              <a:buNone/>
              <a:defRPr sz="616"/>
            </a:lvl4pPr>
            <a:lvl5pPr marL="1127089" indent="0">
              <a:buNone/>
              <a:defRPr sz="616"/>
            </a:lvl5pPr>
            <a:lvl6pPr marL="1408862" indent="0">
              <a:buNone/>
              <a:defRPr sz="616"/>
            </a:lvl6pPr>
            <a:lvl7pPr marL="1690634" indent="0">
              <a:buNone/>
              <a:defRPr sz="616"/>
            </a:lvl7pPr>
            <a:lvl8pPr marL="1972407" indent="0">
              <a:buNone/>
              <a:defRPr sz="616"/>
            </a:lvl8pPr>
            <a:lvl9pPr marL="2254179" indent="0">
              <a:buNone/>
              <a:defRPr sz="6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99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91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76947" y="250094"/>
            <a:ext cx="1620128" cy="39808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6563" y="250094"/>
            <a:ext cx="4766464" cy="39808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381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6563" y="250094"/>
            <a:ext cx="6480513" cy="90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563" y="1250469"/>
            <a:ext cx="6480513" cy="2980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562" y="4353806"/>
            <a:ext cx="1690569" cy="2500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88893" y="4353806"/>
            <a:ext cx="2535853" cy="2500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06507" y="4353806"/>
            <a:ext cx="1690569" cy="2500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72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63545" rtl="0" eaLnBrk="1" latinLnBrk="0" hangingPunct="1">
        <a:lnSpc>
          <a:spcPct val="90000"/>
        </a:lnSpc>
        <a:spcBef>
          <a:spcPct val="0"/>
        </a:spcBef>
        <a:buNone/>
        <a:defRPr sz="2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0886" indent="-140886" algn="l" defTabSz="563545" rtl="0" eaLnBrk="1" latinLnBrk="0" hangingPunct="1">
        <a:lnSpc>
          <a:spcPct val="90000"/>
        </a:lnSpc>
        <a:spcBef>
          <a:spcPts val="616"/>
        </a:spcBef>
        <a:buFont typeface="Arial" panose="020B0604020202020204" pitchFamily="34" charset="0"/>
        <a:buChar char="•"/>
        <a:defRPr sz="1726" kern="1200">
          <a:solidFill>
            <a:schemeClr val="tx1"/>
          </a:solidFill>
          <a:latin typeface="+mn-lt"/>
          <a:ea typeface="+mn-ea"/>
          <a:cs typeface="+mn-cs"/>
        </a:defRPr>
      </a:lvl1pPr>
      <a:lvl2pPr marL="422659" indent="-140886" algn="l" defTabSz="563545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2pPr>
      <a:lvl3pPr marL="704431" indent="-140886" algn="l" defTabSz="563545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233" kern="1200">
          <a:solidFill>
            <a:schemeClr val="tx1"/>
          </a:solidFill>
          <a:latin typeface="+mn-lt"/>
          <a:ea typeface="+mn-ea"/>
          <a:cs typeface="+mn-cs"/>
        </a:defRPr>
      </a:lvl3pPr>
      <a:lvl4pPr marL="986203" indent="-140886" algn="l" defTabSz="563545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109" kern="1200">
          <a:solidFill>
            <a:schemeClr val="tx1"/>
          </a:solidFill>
          <a:latin typeface="+mn-lt"/>
          <a:ea typeface="+mn-ea"/>
          <a:cs typeface="+mn-cs"/>
        </a:defRPr>
      </a:lvl4pPr>
      <a:lvl5pPr marL="1267976" indent="-140886" algn="l" defTabSz="563545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109" kern="1200">
          <a:solidFill>
            <a:schemeClr val="tx1"/>
          </a:solidFill>
          <a:latin typeface="+mn-lt"/>
          <a:ea typeface="+mn-ea"/>
          <a:cs typeface="+mn-cs"/>
        </a:defRPr>
      </a:lvl5pPr>
      <a:lvl6pPr marL="1549748" indent="-140886" algn="l" defTabSz="563545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109" kern="1200">
          <a:solidFill>
            <a:schemeClr val="tx1"/>
          </a:solidFill>
          <a:latin typeface="+mn-lt"/>
          <a:ea typeface="+mn-ea"/>
          <a:cs typeface="+mn-cs"/>
        </a:defRPr>
      </a:lvl6pPr>
      <a:lvl7pPr marL="1831520" indent="-140886" algn="l" defTabSz="563545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109" kern="1200">
          <a:solidFill>
            <a:schemeClr val="tx1"/>
          </a:solidFill>
          <a:latin typeface="+mn-lt"/>
          <a:ea typeface="+mn-ea"/>
          <a:cs typeface="+mn-cs"/>
        </a:defRPr>
      </a:lvl7pPr>
      <a:lvl8pPr marL="2113293" indent="-140886" algn="l" defTabSz="563545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109" kern="1200">
          <a:solidFill>
            <a:schemeClr val="tx1"/>
          </a:solidFill>
          <a:latin typeface="+mn-lt"/>
          <a:ea typeface="+mn-ea"/>
          <a:cs typeface="+mn-cs"/>
        </a:defRPr>
      </a:lvl8pPr>
      <a:lvl9pPr marL="2395065" indent="-140886" algn="l" defTabSz="563545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3545" rtl="0" eaLnBrk="1" latinLnBrk="0" hangingPunct="1">
        <a:defRPr sz="1109" kern="1200">
          <a:solidFill>
            <a:schemeClr val="tx1"/>
          </a:solidFill>
          <a:latin typeface="+mn-lt"/>
          <a:ea typeface="+mn-ea"/>
          <a:cs typeface="+mn-cs"/>
        </a:defRPr>
      </a:lvl1pPr>
      <a:lvl2pPr marL="281772" algn="l" defTabSz="563545" rtl="0" eaLnBrk="1" latinLnBrk="0" hangingPunct="1">
        <a:defRPr sz="1109" kern="1200">
          <a:solidFill>
            <a:schemeClr val="tx1"/>
          </a:solidFill>
          <a:latin typeface="+mn-lt"/>
          <a:ea typeface="+mn-ea"/>
          <a:cs typeface="+mn-cs"/>
        </a:defRPr>
      </a:lvl2pPr>
      <a:lvl3pPr marL="563545" algn="l" defTabSz="563545" rtl="0" eaLnBrk="1" latinLnBrk="0" hangingPunct="1">
        <a:defRPr sz="1109" kern="1200">
          <a:solidFill>
            <a:schemeClr val="tx1"/>
          </a:solidFill>
          <a:latin typeface="+mn-lt"/>
          <a:ea typeface="+mn-ea"/>
          <a:cs typeface="+mn-cs"/>
        </a:defRPr>
      </a:lvl3pPr>
      <a:lvl4pPr marL="845317" algn="l" defTabSz="563545" rtl="0" eaLnBrk="1" latinLnBrk="0" hangingPunct="1">
        <a:defRPr sz="1109" kern="1200">
          <a:solidFill>
            <a:schemeClr val="tx1"/>
          </a:solidFill>
          <a:latin typeface="+mn-lt"/>
          <a:ea typeface="+mn-ea"/>
          <a:cs typeface="+mn-cs"/>
        </a:defRPr>
      </a:lvl4pPr>
      <a:lvl5pPr marL="1127089" algn="l" defTabSz="563545" rtl="0" eaLnBrk="1" latinLnBrk="0" hangingPunct="1">
        <a:defRPr sz="1109" kern="1200">
          <a:solidFill>
            <a:schemeClr val="tx1"/>
          </a:solidFill>
          <a:latin typeface="+mn-lt"/>
          <a:ea typeface="+mn-ea"/>
          <a:cs typeface="+mn-cs"/>
        </a:defRPr>
      </a:lvl5pPr>
      <a:lvl6pPr marL="1408862" algn="l" defTabSz="563545" rtl="0" eaLnBrk="1" latinLnBrk="0" hangingPunct="1">
        <a:defRPr sz="1109" kern="1200">
          <a:solidFill>
            <a:schemeClr val="tx1"/>
          </a:solidFill>
          <a:latin typeface="+mn-lt"/>
          <a:ea typeface="+mn-ea"/>
          <a:cs typeface="+mn-cs"/>
        </a:defRPr>
      </a:lvl6pPr>
      <a:lvl7pPr marL="1690634" algn="l" defTabSz="563545" rtl="0" eaLnBrk="1" latinLnBrk="0" hangingPunct="1">
        <a:defRPr sz="1109" kern="1200">
          <a:solidFill>
            <a:schemeClr val="tx1"/>
          </a:solidFill>
          <a:latin typeface="+mn-lt"/>
          <a:ea typeface="+mn-ea"/>
          <a:cs typeface="+mn-cs"/>
        </a:defRPr>
      </a:lvl7pPr>
      <a:lvl8pPr marL="1972407" algn="l" defTabSz="563545" rtl="0" eaLnBrk="1" latinLnBrk="0" hangingPunct="1">
        <a:defRPr sz="1109" kern="1200">
          <a:solidFill>
            <a:schemeClr val="tx1"/>
          </a:solidFill>
          <a:latin typeface="+mn-lt"/>
          <a:ea typeface="+mn-ea"/>
          <a:cs typeface="+mn-cs"/>
        </a:defRPr>
      </a:lvl8pPr>
      <a:lvl9pPr marL="2254179" algn="l" defTabSz="563545" rtl="0" eaLnBrk="1" latinLnBrk="0" hangingPunct="1">
        <a:defRPr sz="11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08B8A7B-422C-9F0F-0905-650C6BDAD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13638" cy="221037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4C9ED90-8186-63F3-EDF7-92AC10AE4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4410"/>
            <a:ext cx="7513638" cy="221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602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Feng, Guanqiao</dc:creator>
  <cp:lastModifiedBy>Feng, Guanqiao</cp:lastModifiedBy>
  <cp:revision>2</cp:revision>
  <dcterms:created xsi:type="dcterms:W3CDTF">2026-07-29T19:45:17Z</dcterms:created>
  <dcterms:modified xsi:type="dcterms:W3CDTF">2026-07-29T19:48:31Z</dcterms:modified>
</cp:coreProperties>
</file>