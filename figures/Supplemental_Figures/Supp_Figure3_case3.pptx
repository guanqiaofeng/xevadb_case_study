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4" r:id="rId1"/>
  </p:sldMasterIdLst>
  <p:sldIdLst>
    <p:sldId id="256" r:id="rId2"/>
  </p:sldIdLst>
  <p:sldSz cx="4679950" cy="864076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>
      <p:cViewPr>
        <p:scale>
          <a:sx n="279" d="100"/>
          <a:sy n="279" d="100"/>
        </p:scale>
        <p:origin x="1288" y="-97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50996" y="1414125"/>
            <a:ext cx="3977958" cy="3008266"/>
          </a:xfrm>
        </p:spPr>
        <p:txBody>
          <a:bodyPr anchor="b"/>
          <a:lstStyle>
            <a:lvl1pPr algn="ctr">
              <a:defRPr sz="307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84994" y="4538401"/>
            <a:ext cx="3509963" cy="2086184"/>
          </a:xfrm>
        </p:spPr>
        <p:txBody>
          <a:bodyPr/>
          <a:lstStyle>
            <a:lvl1pPr marL="0" indent="0" algn="ctr">
              <a:buNone/>
              <a:defRPr sz="1228"/>
            </a:lvl1pPr>
            <a:lvl2pPr marL="233995" indent="0" algn="ctr">
              <a:buNone/>
              <a:defRPr sz="1024"/>
            </a:lvl2pPr>
            <a:lvl3pPr marL="467990" indent="0" algn="ctr">
              <a:buNone/>
              <a:defRPr sz="921"/>
            </a:lvl3pPr>
            <a:lvl4pPr marL="701985" indent="0" algn="ctr">
              <a:buNone/>
              <a:defRPr sz="819"/>
            </a:lvl4pPr>
            <a:lvl5pPr marL="935980" indent="0" algn="ctr">
              <a:buNone/>
              <a:defRPr sz="819"/>
            </a:lvl5pPr>
            <a:lvl6pPr marL="1169975" indent="0" algn="ctr">
              <a:buNone/>
              <a:defRPr sz="819"/>
            </a:lvl6pPr>
            <a:lvl7pPr marL="1403970" indent="0" algn="ctr">
              <a:buNone/>
              <a:defRPr sz="819"/>
            </a:lvl7pPr>
            <a:lvl8pPr marL="1637965" indent="0" algn="ctr">
              <a:buNone/>
              <a:defRPr sz="819"/>
            </a:lvl8pPr>
            <a:lvl9pPr marL="1871960" indent="0" algn="ctr">
              <a:buNone/>
              <a:defRPr sz="819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E01EA0-C669-8E49-B514-2D71DDB9C976}" type="datetimeFigureOut">
              <a:rPr lang="en-US" smtClean="0"/>
              <a:t>7/31/26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AA3629-1F3D-2945-BF70-14BBF6932C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3364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E01EA0-C669-8E49-B514-2D71DDB9C976}" type="datetimeFigureOut">
              <a:rPr lang="en-US" smtClean="0"/>
              <a:t>7/31/26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AA3629-1F3D-2945-BF70-14BBF6932C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34201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9309" y="2154193"/>
            <a:ext cx="4036457" cy="3594317"/>
          </a:xfrm>
        </p:spPr>
        <p:txBody>
          <a:bodyPr anchor="b"/>
          <a:lstStyle>
            <a:lvl1pPr>
              <a:defRPr sz="307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9309" y="5782513"/>
            <a:ext cx="4036457" cy="1890166"/>
          </a:xfrm>
        </p:spPr>
        <p:txBody>
          <a:bodyPr/>
          <a:lstStyle>
            <a:lvl1pPr marL="0" indent="0">
              <a:buNone/>
              <a:defRPr sz="1228">
                <a:solidFill>
                  <a:schemeClr val="tx1">
                    <a:tint val="82000"/>
                  </a:schemeClr>
                </a:solidFill>
              </a:defRPr>
            </a:lvl1pPr>
            <a:lvl2pPr marL="233995" indent="0">
              <a:buNone/>
              <a:defRPr sz="1024">
                <a:solidFill>
                  <a:schemeClr val="tx1">
                    <a:tint val="82000"/>
                  </a:schemeClr>
                </a:solidFill>
              </a:defRPr>
            </a:lvl2pPr>
            <a:lvl3pPr marL="467990" indent="0">
              <a:buNone/>
              <a:defRPr sz="921">
                <a:solidFill>
                  <a:schemeClr val="tx1">
                    <a:tint val="82000"/>
                  </a:schemeClr>
                </a:solidFill>
              </a:defRPr>
            </a:lvl3pPr>
            <a:lvl4pPr marL="701985" indent="0">
              <a:buNone/>
              <a:defRPr sz="819">
                <a:solidFill>
                  <a:schemeClr val="tx1">
                    <a:tint val="82000"/>
                  </a:schemeClr>
                </a:solidFill>
              </a:defRPr>
            </a:lvl4pPr>
            <a:lvl5pPr marL="935980" indent="0">
              <a:buNone/>
              <a:defRPr sz="819">
                <a:solidFill>
                  <a:schemeClr val="tx1">
                    <a:tint val="82000"/>
                  </a:schemeClr>
                </a:solidFill>
              </a:defRPr>
            </a:lvl5pPr>
            <a:lvl6pPr marL="1169975" indent="0">
              <a:buNone/>
              <a:defRPr sz="819">
                <a:solidFill>
                  <a:schemeClr val="tx1">
                    <a:tint val="82000"/>
                  </a:schemeClr>
                </a:solidFill>
              </a:defRPr>
            </a:lvl6pPr>
            <a:lvl7pPr marL="1403970" indent="0">
              <a:buNone/>
              <a:defRPr sz="819">
                <a:solidFill>
                  <a:schemeClr val="tx1">
                    <a:tint val="82000"/>
                  </a:schemeClr>
                </a:solidFill>
              </a:defRPr>
            </a:lvl7pPr>
            <a:lvl8pPr marL="1637965" indent="0">
              <a:buNone/>
              <a:defRPr sz="819">
                <a:solidFill>
                  <a:schemeClr val="tx1">
                    <a:tint val="82000"/>
                  </a:schemeClr>
                </a:solidFill>
              </a:defRPr>
            </a:lvl8pPr>
            <a:lvl9pPr marL="1871960" indent="0">
              <a:buNone/>
              <a:defRPr sz="819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E01EA0-C669-8E49-B514-2D71DDB9C976}" type="datetimeFigureOut">
              <a:rPr lang="en-US" smtClean="0"/>
              <a:t>7/31/26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AA3629-1F3D-2945-BF70-14BBF6932C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60649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21746" y="2300203"/>
            <a:ext cx="1988979" cy="54824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369225" y="2300203"/>
            <a:ext cx="1988979" cy="54824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E01EA0-C669-8E49-B514-2D71DDB9C976}" type="datetimeFigureOut">
              <a:rPr lang="en-US" smtClean="0"/>
              <a:t>7/31/26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AA3629-1F3D-2945-BF70-14BBF6932C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08372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2356" y="460043"/>
            <a:ext cx="4036457" cy="167014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2357" y="2118188"/>
            <a:ext cx="1979838" cy="1038091"/>
          </a:xfrm>
        </p:spPr>
        <p:txBody>
          <a:bodyPr anchor="b"/>
          <a:lstStyle>
            <a:lvl1pPr marL="0" indent="0">
              <a:buNone/>
              <a:defRPr sz="1228" b="1"/>
            </a:lvl1pPr>
            <a:lvl2pPr marL="233995" indent="0">
              <a:buNone/>
              <a:defRPr sz="1024" b="1"/>
            </a:lvl2pPr>
            <a:lvl3pPr marL="467990" indent="0">
              <a:buNone/>
              <a:defRPr sz="921" b="1"/>
            </a:lvl3pPr>
            <a:lvl4pPr marL="701985" indent="0">
              <a:buNone/>
              <a:defRPr sz="819" b="1"/>
            </a:lvl4pPr>
            <a:lvl5pPr marL="935980" indent="0">
              <a:buNone/>
              <a:defRPr sz="819" b="1"/>
            </a:lvl5pPr>
            <a:lvl6pPr marL="1169975" indent="0">
              <a:buNone/>
              <a:defRPr sz="819" b="1"/>
            </a:lvl6pPr>
            <a:lvl7pPr marL="1403970" indent="0">
              <a:buNone/>
              <a:defRPr sz="819" b="1"/>
            </a:lvl7pPr>
            <a:lvl8pPr marL="1637965" indent="0">
              <a:buNone/>
              <a:defRPr sz="819" b="1"/>
            </a:lvl8pPr>
            <a:lvl9pPr marL="1871960" indent="0">
              <a:buNone/>
              <a:defRPr sz="819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22357" y="3156278"/>
            <a:ext cx="1979838" cy="464241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369225" y="2118188"/>
            <a:ext cx="1989588" cy="1038091"/>
          </a:xfrm>
        </p:spPr>
        <p:txBody>
          <a:bodyPr anchor="b"/>
          <a:lstStyle>
            <a:lvl1pPr marL="0" indent="0">
              <a:buNone/>
              <a:defRPr sz="1228" b="1"/>
            </a:lvl1pPr>
            <a:lvl2pPr marL="233995" indent="0">
              <a:buNone/>
              <a:defRPr sz="1024" b="1"/>
            </a:lvl2pPr>
            <a:lvl3pPr marL="467990" indent="0">
              <a:buNone/>
              <a:defRPr sz="921" b="1"/>
            </a:lvl3pPr>
            <a:lvl4pPr marL="701985" indent="0">
              <a:buNone/>
              <a:defRPr sz="819" b="1"/>
            </a:lvl4pPr>
            <a:lvl5pPr marL="935980" indent="0">
              <a:buNone/>
              <a:defRPr sz="819" b="1"/>
            </a:lvl5pPr>
            <a:lvl6pPr marL="1169975" indent="0">
              <a:buNone/>
              <a:defRPr sz="819" b="1"/>
            </a:lvl6pPr>
            <a:lvl7pPr marL="1403970" indent="0">
              <a:buNone/>
              <a:defRPr sz="819" b="1"/>
            </a:lvl7pPr>
            <a:lvl8pPr marL="1637965" indent="0">
              <a:buNone/>
              <a:defRPr sz="819" b="1"/>
            </a:lvl8pPr>
            <a:lvl9pPr marL="1871960" indent="0">
              <a:buNone/>
              <a:defRPr sz="819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2369225" y="3156278"/>
            <a:ext cx="1989588" cy="464241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E01EA0-C669-8E49-B514-2D71DDB9C976}" type="datetimeFigureOut">
              <a:rPr lang="en-US" smtClean="0"/>
              <a:t>7/31/26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AA3629-1F3D-2945-BF70-14BBF6932C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7352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E01EA0-C669-8E49-B514-2D71DDB9C976}" type="datetimeFigureOut">
              <a:rPr lang="en-US" smtClean="0"/>
              <a:t>7/31/26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AA3629-1F3D-2945-BF70-14BBF6932C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60350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E01EA0-C669-8E49-B514-2D71DDB9C976}" type="datetimeFigureOut">
              <a:rPr lang="en-US" smtClean="0"/>
              <a:t>7/31/26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AA3629-1F3D-2945-BF70-14BBF6932C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72910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2356" y="576051"/>
            <a:ext cx="1509406" cy="2016178"/>
          </a:xfrm>
        </p:spPr>
        <p:txBody>
          <a:bodyPr anchor="b"/>
          <a:lstStyle>
            <a:lvl1pPr>
              <a:defRPr sz="1638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9588" y="1244112"/>
            <a:ext cx="2369225" cy="6140542"/>
          </a:xfrm>
        </p:spPr>
        <p:txBody>
          <a:bodyPr/>
          <a:lstStyle>
            <a:lvl1pPr>
              <a:defRPr sz="1638"/>
            </a:lvl1pPr>
            <a:lvl2pPr>
              <a:defRPr sz="1433"/>
            </a:lvl2pPr>
            <a:lvl3pPr>
              <a:defRPr sz="1228"/>
            </a:lvl3pPr>
            <a:lvl4pPr>
              <a:defRPr sz="1024"/>
            </a:lvl4pPr>
            <a:lvl5pPr>
              <a:defRPr sz="1024"/>
            </a:lvl5pPr>
            <a:lvl6pPr>
              <a:defRPr sz="1024"/>
            </a:lvl6pPr>
            <a:lvl7pPr>
              <a:defRPr sz="1024"/>
            </a:lvl7pPr>
            <a:lvl8pPr>
              <a:defRPr sz="1024"/>
            </a:lvl8pPr>
            <a:lvl9pPr>
              <a:defRPr sz="1024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22356" y="2592229"/>
            <a:ext cx="1509406" cy="4802425"/>
          </a:xfrm>
        </p:spPr>
        <p:txBody>
          <a:bodyPr/>
          <a:lstStyle>
            <a:lvl1pPr marL="0" indent="0">
              <a:buNone/>
              <a:defRPr sz="819"/>
            </a:lvl1pPr>
            <a:lvl2pPr marL="233995" indent="0">
              <a:buNone/>
              <a:defRPr sz="717"/>
            </a:lvl2pPr>
            <a:lvl3pPr marL="467990" indent="0">
              <a:buNone/>
              <a:defRPr sz="614"/>
            </a:lvl3pPr>
            <a:lvl4pPr marL="701985" indent="0">
              <a:buNone/>
              <a:defRPr sz="512"/>
            </a:lvl4pPr>
            <a:lvl5pPr marL="935980" indent="0">
              <a:buNone/>
              <a:defRPr sz="512"/>
            </a:lvl5pPr>
            <a:lvl6pPr marL="1169975" indent="0">
              <a:buNone/>
              <a:defRPr sz="512"/>
            </a:lvl6pPr>
            <a:lvl7pPr marL="1403970" indent="0">
              <a:buNone/>
              <a:defRPr sz="512"/>
            </a:lvl7pPr>
            <a:lvl8pPr marL="1637965" indent="0">
              <a:buNone/>
              <a:defRPr sz="512"/>
            </a:lvl8pPr>
            <a:lvl9pPr marL="1871960" indent="0">
              <a:buNone/>
              <a:defRPr sz="512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E01EA0-C669-8E49-B514-2D71DDB9C976}" type="datetimeFigureOut">
              <a:rPr lang="en-US" smtClean="0"/>
              <a:t>7/31/26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AA3629-1F3D-2945-BF70-14BBF6932C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46852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2356" y="576051"/>
            <a:ext cx="1509406" cy="2016178"/>
          </a:xfrm>
        </p:spPr>
        <p:txBody>
          <a:bodyPr anchor="b"/>
          <a:lstStyle>
            <a:lvl1pPr>
              <a:defRPr sz="1638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989588" y="1244112"/>
            <a:ext cx="2369225" cy="6140542"/>
          </a:xfrm>
        </p:spPr>
        <p:txBody>
          <a:bodyPr anchor="t"/>
          <a:lstStyle>
            <a:lvl1pPr marL="0" indent="0">
              <a:buNone/>
              <a:defRPr sz="1638"/>
            </a:lvl1pPr>
            <a:lvl2pPr marL="233995" indent="0">
              <a:buNone/>
              <a:defRPr sz="1433"/>
            </a:lvl2pPr>
            <a:lvl3pPr marL="467990" indent="0">
              <a:buNone/>
              <a:defRPr sz="1228"/>
            </a:lvl3pPr>
            <a:lvl4pPr marL="701985" indent="0">
              <a:buNone/>
              <a:defRPr sz="1024"/>
            </a:lvl4pPr>
            <a:lvl5pPr marL="935980" indent="0">
              <a:buNone/>
              <a:defRPr sz="1024"/>
            </a:lvl5pPr>
            <a:lvl6pPr marL="1169975" indent="0">
              <a:buNone/>
              <a:defRPr sz="1024"/>
            </a:lvl6pPr>
            <a:lvl7pPr marL="1403970" indent="0">
              <a:buNone/>
              <a:defRPr sz="1024"/>
            </a:lvl7pPr>
            <a:lvl8pPr marL="1637965" indent="0">
              <a:buNone/>
              <a:defRPr sz="1024"/>
            </a:lvl8pPr>
            <a:lvl9pPr marL="1871960" indent="0">
              <a:buNone/>
              <a:defRPr sz="1024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22356" y="2592229"/>
            <a:ext cx="1509406" cy="4802425"/>
          </a:xfrm>
        </p:spPr>
        <p:txBody>
          <a:bodyPr/>
          <a:lstStyle>
            <a:lvl1pPr marL="0" indent="0">
              <a:buNone/>
              <a:defRPr sz="819"/>
            </a:lvl1pPr>
            <a:lvl2pPr marL="233995" indent="0">
              <a:buNone/>
              <a:defRPr sz="717"/>
            </a:lvl2pPr>
            <a:lvl3pPr marL="467990" indent="0">
              <a:buNone/>
              <a:defRPr sz="614"/>
            </a:lvl3pPr>
            <a:lvl4pPr marL="701985" indent="0">
              <a:buNone/>
              <a:defRPr sz="512"/>
            </a:lvl4pPr>
            <a:lvl5pPr marL="935980" indent="0">
              <a:buNone/>
              <a:defRPr sz="512"/>
            </a:lvl5pPr>
            <a:lvl6pPr marL="1169975" indent="0">
              <a:buNone/>
              <a:defRPr sz="512"/>
            </a:lvl6pPr>
            <a:lvl7pPr marL="1403970" indent="0">
              <a:buNone/>
              <a:defRPr sz="512"/>
            </a:lvl7pPr>
            <a:lvl8pPr marL="1637965" indent="0">
              <a:buNone/>
              <a:defRPr sz="512"/>
            </a:lvl8pPr>
            <a:lvl9pPr marL="1871960" indent="0">
              <a:buNone/>
              <a:defRPr sz="512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E01EA0-C669-8E49-B514-2D71DDB9C976}" type="datetimeFigureOut">
              <a:rPr lang="en-US" smtClean="0"/>
              <a:t>7/31/26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AA3629-1F3D-2945-BF70-14BBF6932C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14515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E01EA0-C669-8E49-B514-2D71DDB9C976}" type="datetimeFigureOut">
              <a:rPr lang="en-US" smtClean="0"/>
              <a:t>7/31/26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AA3629-1F3D-2945-BF70-14BBF6932C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50349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349090" y="460041"/>
            <a:ext cx="1009114" cy="7322647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21747" y="460041"/>
            <a:ext cx="2968843" cy="732264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E01EA0-C669-8E49-B514-2D71DDB9C976}" type="datetimeFigureOut">
              <a:rPr lang="en-US" smtClean="0"/>
              <a:t>7/31/26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AA3629-1F3D-2945-BF70-14BBF6932C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37988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21747" y="460043"/>
            <a:ext cx="4036457" cy="167014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1747" y="2300203"/>
            <a:ext cx="4036457" cy="548248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21746" y="8008709"/>
            <a:ext cx="1052989" cy="46004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614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7E01EA0-C669-8E49-B514-2D71DDB9C976}" type="datetimeFigureOut">
              <a:rPr lang="en-US" smtClean="0"/>
              <a:t>7/31/26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550234" y="8008709"/>
            <a:ext cx="1579483" cy="46004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614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3305215" y="8008709"/>
            <a:ext cx="1052989" cy="46004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614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AAA3629-1F3D-2945-BF70-14BBF6932C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6321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467990" rtl="0" eaLnBrk="1" latinLnBrk="0" hangingPunct="1">
        <a:lnSpc>
          <a:spcPct val="90000"/>
        </a:lnSpc>
        <a:spcBef>
          <a:spcPct val="0"/>
        </a:spcBef>
        <a:buNone/>
        <a:defRPr sz="2252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16997" indent="-116997" algn="l" defTabSz="467990" rtl="0" eaLnBrk="1" latinLnBrk="0" hangingPunct="1">
        <a:lnSpc>
          <a:spcPct val="90000"/>
        </a:lnSpc>
        <a:spcBef>
          <a:spcPts val="512"/>
        </a:spcBef>
        <a:buFont typeface="Arial" panose="020B0604020202020204" pitchFamily="34" charset="0"/>
        <a:buChar char="•"/>
        <a:defRPr sz="1433" kern="1200">
          <a:solidFill>
            <a:schemeClr val="tx1"/>
          </a:solidFill>
          <a:latin typeface="+mn-lt"/>
          <a:ea typeface="+mn-ea"/>
          <a:cs typeface="+mn-cs"/>
        </a:defRPr>
      </a:lvl1pPr>
      <a:lvl2pPr marL="350992" indent="-116997" algn="l" defTabSz="467990" rtl="0" eaLnBrk="1" latinLnBrk="0" hangingPunct="1">
        <a:lnSpc>
          <a:spcPct val="90000"/>
        </a:lnSpc>
        <a:spcBef>
          <a:spcPts val="256"/>
        </a:spcBef>
        <a:buFont typeface="Arial" panose="020B0604020202020204" pitchFamily="34" charset="0"/>
        <a:buChar char="•"/>
        <a:defRPr sz="1228" kern="1200">
          <a:solidFill>
            <a:schemeClr val="tx1"/>
          </a:solidFill>
          <a:latin typeface="+mn-lt"/>
          <a:ea typeface="+mn-ea"/>
          <a:cs typeface="+mn-cs"/>
        </a:defRPr>
      </a:lvl2pPr>
      <a:lvl3pPr marL="584987" indent="-116997" algn="l" defTabSz="467990" rtl="0" eaLnBrk="1" latinLnBrk="0" hangingPunct="1">
        <a:lnSpc>
          <a:spcPct val="90000"/>
        </a:lnSpc>
        <a:spcBef>
          <a:spcPts val="256"/>
        </a:spcBef>
        <a:buFont typeface="Arial" panose="020B0604020202020204" pitchFamily="34" charset="0"/>
        <a:buChar char="•"/>
        <a:defRPr sz="1024" kern="1200">
          <a:solidFill>
            <a:schemeClr val="tx1"/>
          </a:solidFill>
          <a:latin typeface="+mn-lt"/>
          <a:ea typeface="+mn-ea"/>
          <a:cs typeface="+mn-cs"/>
        </a:defRPr>
      </a:lvl3pPr>
      <a:lvl4pPr marL="818982" indent="-116997" algn="l" defTabSz="467990" rtl="0" eaLnBrk="1" latinLnBrk="0" hangingPunct="1">
        <a:lnSpc>
          <a:spcPct val="90000"/>
        </a:lnSpc>
        <a:spcBef>
          <a:spcPts val="256"/>
        </a:spcBef>
        <a:buFont typeface="Arial" panose="020B0604020202020204" pitchFamily="34" charset="0"/>
        <a:buChar char="•"/>
        <a:defRPr sz="921" kern="1200">
          <a:solidFill>
            <a:schemeClr val="tx1"/>
          </a:solidFill>
          <a:latin typeface="+mn-lt"/>
          <a:ea typeface="+mn-ea"/>
          <a:cs typeface="+mn-cs"/>
        </a:defRPr>
      </a:lvl4pPr>
      <a:lvl5pPr marL="1052977" indent="-116997" algn="l" defTabSz="467990" rtl="0" eaLnBrk="1" latinLnBrk="0" hangingPunct="1">
        <a:lnSpc>
          <a:spcPct val="90000"/>
        </a:lnSpc>
        <a:spcBef>
          <a:spcPts val="256"/>
        </a:spcBef>
        <a:buFont typeface="Arial" panose="020B0604020202020204" pitchFamily="34" charset="0"/>
        <a:buChar char="•"/>
        <a:defRPr sz="921" kern="1200">
          <a:solidFill>
            <a:schemeClr val="tx1"/>
          </a:solidFill>
          <a:latin typeface="+mn-lt"/>
          <a:ea typeface="+mn-ea"/>
          <a:cs typeface="+mn-cs"/>
        </a:defRPr>
      </a:lvl5pPr>
      <a:lvl6pPr marL="1286972" indent="-116997" algn="l" defTabSz="467990" rtl="0" eaLnBrk="1" latinLnBrk="0" hangingPunct="1">
        <a:lnSpc>
          <a:spcPct val="90000"/>
        </a:lnSpc>
        <a:spcBef>
          <a:spcPts val="256"/>
        </a:spcBef>
        <a:buFont typeface="Arial" panose="020B0604020202020204" pitchFamily="34" charset="0"/>
        <a:buChar char="•"/>
        <a:defRPr sz="921" kern="1200">
          <a:solidFill>
            <a:schemeClr val="tx1"/>
          </a:solidFill>
          <a:latin typeface="+mn-lt"/>
          <a:ea typeface="+mn-ea"/>
          <a:cs typeface="+mn-cs"/>
        </a:defRPr>
      </a:lvl6pPr>
      <a:lvl7pPr marL="1520967" indent="-116997" algn="l" defTabSz="467990" rtl="0" eaLnBrk="1" latinLnBrk="0" hangingPunct="1">
        <a:lnSpc>
          <a:spcPct val="90000"/>
        </a:lnSpc>
        <a:spcBef>
          <a:spcPts val="256"/>
        </a:spcBef>
        <a:buFont typeface="Arial" panose="020B0604020202020204" pitchFamily="34" charset="0"/>
        <a:buChar char="•"/>
        <a:defRPr sz="921" kern="1200">
          <a:solidFill>
            <a:schemeClr val="tx1"/>
          </a:solidFill>
          <a:latin typeface="+mn-lt"/>
          <a:ea typeface="+mn-ea"/>
          <a:cs typeface="+mn-cs"/>
        </a:defRPr>
      </a:lvl7pPr>
      <a:lvl8pPr marL="1754962" indent="-116997" algn="l" defTabSz="467990" rtl="0" eaLnBrk="1" latinLnBrk="0" hangingPunct="1">
        <a:lnSpc>
          <a:spcPct val="90000"/>
        </a:lnSpc>
        <a:spcBef>
          <a:spcPts val="256"/>
        </a:spcBef>
        <a:buFont typeface="Arial" panose="020B0604020202020204" pitchFamily="34" charset="0"/>
        <a:buChar char="•"/>
        <a:defRPr sz="921" kern="1200">
          <a:solidFill>
            <a:schemeClr val="tx1"/>
          </a:solidFill>
          <a:latin typeface="+mn-lt"/>
          <a:ea typeface="+mn-ea"/>
          <a:cs typeface="+mn-cs"/>
        </a:defRPr>
      </a:lvl8pPr>
      <a:lvl9pPr marL="1988957" indent="-116997" algn="l" defTabSz="467990" rtl="0" eaLnBrk="1" latinLnBrk="0" hangingPunct="1">
        <a:lnSpc>
          <a:spcPct val="90000"/>
        </a:lnSpc>
        <a:spcBef>
          <a:spcPts val="256"/>
        </a:spcBef>
        <a:buFont typeface="Arial" panose="020B0604020202020204" pitchFamily="34" charset="0"/>
        <a:buChar char="•"/>
        <a:defRPr sz="92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67990" rtl="0" eaLnBrk="1" latinLnBrk="0" hangingPunct="1">
        <a:defRPr sz="921" kern="1200">
          <a:solidFill>
            <a:schemeClr val="tx1"/>
          </a:solidFill>
          <a:latin typeface="+mn-lt"/>
          <a:ea typeface="+mn-ea"/>
          <a:cs typeface="+mn-cs"/>
        </a:defRPr>
      </a:lvl1pPr>
      <a:lvl2pPr marL="233995" algn="l" defTabSz="467990" rtl="0" eaLnBrk="1" latinLnBrk="0" hangingPunct="1">
        <a:defRPr sz="921" kern="1200">
          <a:solidFill>
            <a:schemeClr val="tx1"/>
          </a:solidFill>
          <a:latin typeface="+mn-lt"/>
          <a:ea typeface="+mn-ea"/>
          <a:cs typeface="+mn-cs"/>
        </a:defRPr>
      </a:lvl2pPr>
      <a:lvl3pPr marL="467990" algn="l" defTabSz="467990" rtl="0" eaLnBrk="1" latinLnBrk="0" hangingPunct="1">
        <a:defRPr sz="921" kern="1200">
          <a:solidFill>
            <a:schemeClr val="tx1"/>
          </a:solidFill>
          <a:latin typeface="+mn-lt"/>
          <a:ea typeface="+mn-ea"/>
          <a:cs typeface="+mn-cs"/>
        </a:defRPr>
      </a:lvl3pPr>
      <a:lvl4pPr marL="701985" algn="l" defTabSz="467990" rtl="0" eaLnBrk="1" latinLnBrk="0" hangingPunct="1">
        <a:defRPr sz="921" kern="1200">
          <a:solidFill>
            <a:schemeClr val="tx1"/>
          </a:solidFill>
          <a:latin typeface="+mn-lt"/>
          <a:ea typeface="+mn-ea"/>
          <a:cs typeface="+mn-cs"/>
        </a:defRPr>
      </a:lvl4pPr>
      <a:lvl5pPr marL="935980" algn="l" defTabSz="467990" rtl="0" eaLnBrk="1" latinLnBrk="0" hangingPunct="1">
        <a:defRPr sz="921" kern="1200">
          <a:solidFill>
            <a:schemeClr val="tx1"/>
          </a:solidFill>
          <a:latin typeface="+mn-lt"/>
          <a:ea typeface="+mn-ea"/>
          <a:cs typeface="+mn-cs"/>
        </a:defRPr>
      </a:lvl5pPr>
      <a:lvl6pPr marL="1169975" algn="l" defTabSz="467990" rtl="0" eaLnBrk="1" latinLnBrk="0" hangingPunct="1">
        <a:defRPr sz="921" kern="1200">
          <a:solidFill>
            <a:schemeClr val="tx1"/>
          </a:solidFill>
          <a:latin typeface="+mn-lt"/>
          <a:ea typeface="+mn-ea"/>
          <a:cs typeface="+mn-cs"/>
        </a:defRPr>
      </a:lvl6pPr>
      <a:lvl7pPr marL="1403970" algn="l" defTabSz="467990" rtl="0" eaLnBrk="1" latinLnBrk="0" hangingPunct="1">
        <a:defRPr sz="921" kern="1200">
          <a:solidFill>
            <a:schemeClr val="tx1"/>
          </a:solidFill>
          <a:latin typeface="+mn-lt"/>
          <a:ea typeface="+mn-ea"/>
          <a:cs typeface="+mn-cs"/>
        </a:defRPr>
      </a:lvl7pPr>
      <a:lvl8pPr marL="1637965" algn="l" defTabSz="467990" rtl="0" eaLnBrk="1" latinLnBrk="0" hangingPunct="1">
        <a:defRPr sz="921" kern="1200">
          <a:solidFill>
            <a:schemeClr val="tx1"/>
          </a:solidFill>
          <a:latin typeface="+mn-lt"/>
          <a:ea typeface="+mn-ea"/>
          <a:cs typeface="+mn-cs"/>
        </a:defRPr>
      </a:lvl8pPr>
      <a:lvl9pPr marL="1871960" algn="l" defTabSz="467990" rtl="0" eaLnBrk="1" latinLnBrk="0" hangingPunct="1">
        <a:defRPr sz="92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Picture 23">
            <a:extLst>
              <a:ext uri="{FF2B5EF4-FFF2-40B4-BE49-F238E27FC236}">
                <a16:creationId xmlns:a16="http://schemas.microsoft.com/office/drawing/2014/main" id="{FA691B69-2900-152B-8407-D4AA6768B3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081" y="27214"/>
            <a:ext cx="2020660" cy="1469571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6E454CB9-6BED-A3AF-7BF4-F1CFB66907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5947" y="1618582"/>
            <a:ext cx="2159794" cy="1533187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E9EB3CDE-A6CA-DA61-CB4B-3D4C065F37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0181" y="5806262"/>
            <a:ext cx="4319588" cy="1254426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F76C60E1-F78D-5FA3-1F8B-BDB23554750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5947" y="3273566"/>
            <a:ext cx="4319588" cy="2325932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49B77D10-7943-6455-1CA8-2B531BB3B475}"/>
              </a:ext>
            </a:extLst>
          </p:cNvPr>
          <p:cNvSpPr txBox="1"/>
          <p:nvPr/>
        </p:nvSpPr>
        <p:spPr>
          <a:xfrm>
            <a:off x="0" y="0"/>
            <a:ext cx="33508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a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4EB7270-CC3E-820A-23D5-44AD7EF8F893}"/>
              </a:ext>
            </a:extLst>
          </p:cNvPr>
          <p:cNvSpPr txBox="1"/>
          <p:nvPr/>
        </p:nvSpPr>
        <p:spPr>
          <a:xfrm>
            <a:off x="-1" y="1533133"/>
            <a:ext cx="33508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b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5E05601-5493-4130-2C80-00AA1FB9E151}"/>
              </a:ext>
            </a:extLst>
          </p:cNvPr>
          <p:cNvSpPr txBox="1"/>
          <p:nvPr/>
        </p:nvSpPr>
        <p:spPr>
          <a:xfrm>
            <a:off x="-3126" y="3079351"/>
            <a:ext cx="33508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c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3F3B3F8-EC2C-0EFB-7019-CDCCD0FCCA44}"/>
              </a:ext>
            </a:extLst>
          </p:cNvPr>
          <p:cNvSpPr txBox="1"/>
          <p:nvPr/>
        </p:nvSpPr>
        <p:spPr>
          <a:xfrm>
            <a:off x="-3127" y="5667762"/>
            <a:ext cx="33508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d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860155D-5EB9-27F8-7A9C-A41C3ED8423B}"/>
              </a:ext>
            </a:extLst>
          </p:cNvPr>
          <p:cNvSpPr txBox="1"/>
          <p:nvPr/>
        </p:nvSpPr>
        <p:spPr>
          <a:xfrm>
            <a:off x="-3128" y="7099280"/>
            <a:ext cx="33508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10D2C26-F03E-18E2-9732-F9CDAF4245C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012" y="7339263"/>
            <a:ext cx="3141520" cy="12544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782844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16</TotalTime>
  <Words>5</Words>
  <Application>Microsoft Macintosh PowerPoint</Application>
  <PresentationFormat>Custom</PresentationFormat>
  <Paragraphs>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Feng, Guanqiao</dc:creator>
  <cp:lastModifiedBy>Feng, Guanqiao</cp:lastModifiedBy>
  <cp:revision>3</cp:revision>
  <dcterms:created xsi:type="dcterms:W3CDTF">2026-07-31T19:43:51Z</dcterms:created>
  <dcterms:modified xsi:type="dcterms:W3CDTF">2026-07-31T21:02:33Z</dcterms:modified>
</cp:coreProperties>
</file>