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4679950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79" d="100"/>
          <a:sy n="179" d="100"/>
        </p:scale>
        <p:origin x="2768" y="-4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0996" y="1414125"/>
            <a:ext cx="3977958" cy="3008266"/>
          </a:xfrm>
        </p:spPr>
        <p:txBody>
          <a:bodyPr anchor="b"/>
          <a:lstStyle>
            <a:lvl1pPr algn="ctr">
              <a:defRPr sz="30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4994" y="4538401"/>
            <a:ext cx="3509963" cy="2086184"/>
          </a:xfrm>
        </p:spPr>
        <p:txBody>
          <a:bodyPr/>
          <a:lstStyle>
            <a:lvl1pPr marL="0" indent="0" algn="ctr">
              <a:buNone/>
              <a:defRPr sz="1228"/>
            </a:lvl1pPr>
            <a:lvl2pPr marL="233995" indent="0" algn="ctr">
              <a:buNone/>
              <a:defRPr sz="1024"/>
            </a:lvl2pPr>
            <a:lvl3pPr marL="467990" indent="0" algn="ctr">
              <a:buNone/>
              <a:defRPr sz="921"/>
            </a:lvl3pPr>
            <a:lvl4pPr marL="701985" indent="0" algn="ctr">
              <a:buNone/>
              <a:defRPr sz="819"/>
            </a:lvl4pPr>
            <a:lvl5pPr marL="935980" indent="0" algn="ctr">
              <a:buNone/>
              <a:defRPr sz="819"/>
            </a:lvl5pPr>
            <a:lvl6pPr marL="1169975" indent="0" algn="ctr">
              <a:buNone/>
              <a:defRPr sz="819"/>
            </a:lvl6pPr>
            <a:lvl7pPr marL="1403970" indent="0" algn="ctr">
              <a:buNone/>
              <a:defRPr sz="819"/>
            </a:lvl7pPr>
            <a:lvl8pPr marL="1637965" indent="0" algn="ctr">
              <a:buNone/>
              <a:defRPr sz="819"/>
            </a:lvl8pPr>
            <a:lvl9pPr marL="1871960" indent="0" algn="ctr">
              <a:buNone/>
              <a:defRPr sz="81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6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20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309" y="2154193"/>
            <a:ext cx="4036457" cy="3594317"/>
          </a:xfrm>
        </p:spPr>
        <p:txBody>
          <a:bodyPr anchor="b"/>
          <a:lstStyle>
            <a:lvl1pPr>
              <a:defRPr sz="307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9309" y="5782513"/>
            <a:ext cx="4036457" cy="1890166"/>
          </a:xfrm>
        </p:spPr>
        <p:txBody>
          <a:bodyPr/>
          <a:lstStyle>
            <a:lvl1pPr marL="0" indent="0">
              <a:buNone/>
              <a:defRPr sz="1228">
                <a:solidFill>
                  <a:schemeClr val="tx1">
                    <a:tint val="82000"/>
                  </a:schemeClr>
                </a:solidFill>
              </a:defRPr>
            </a:lvl1pPr>
            <a:lvl2pPr marL="233995" indent="0">
              <a:buNone/>
              <a:defRPr sz="1024">
                <a:solidFill>
                  <a:schemeClr val="tx1">
                    <a:tint val="82000"/>
                  </a:schemeClr>
                </a:solidFill>
              </a:defRPr>
            </a:lvl2pPr>
            <a:lvl3pPr marL="467990" indent="0">
              <a:buNone/>
              <a:defRPr sz="921">
                <a:solidFill>
                  <a:schemeClr val="tx1">
                    <a:tint val="82000"/>
                  </a:schemeClr>
                </a:solidFill>
              </a:defRPr>
            </a:lvl3pPr>
            <a:lvl4pPr marL="701985" indent="0">
              <a:buNone/>
              <a:defRPr sz="819">
                <a:solidFill>
                  <a:schemeClr val="tx1">
                    <a:tint val="82000"/>
                  </a:schemeClr>
                </a:solidFill>
              </a:defRPr>
            </a:lvl4pPr>
            <a:lvl5pPr marL="935980" indent="0">
              <a:buNone/>
              <a:defRPr sz="819">
                <a:solidFill>
                  <a:schemeClr val="tx1">
                    <a:tint val="82000"/>
                  </a:schemeClr>
                </a:solidFill>
              </a:defRPr>
            </a:lvl5pPr>
            <a:lvl6pPr marL="1169975" indent="0">
              <a:buNone/>
              <a:defRPr sz="819">
                <a:solidFill>
                  <a:schemeClr val="tx1">
                    <a:tint val="82000"/>
                  </a:schemeClr>
                </a:solidFill>
              </a:defRPr>
            </a:lvl6pPr>
            <a:lvl7pPr marL="1403970" indent="0">
              <a:buNone/>
              <a:defRPr sz="819">
                <a:solidFill>
                  <a:schemeClr val="tx1">
                    <a:tint val="82000"/>
                  </a:schemeClr>
                </a:solidFill>
              </a:defRPr>
            </a:lvl7pPr>
            <a:lvl8pPr marL="1637965" indent="0">
              <a:buNone/>
              <a:defRPr sz="819">
                <a:solidFill>
                  <a:schemeClr val="tx1">
                    <a:tint val="82000"/>
                  </a:schemeClr>
                </a:solidFill>
              </a:defRPr>
            </a:lvl8pPr>
            <a:lvl9pPr marL="1871960" indent="0">
              <a:buNone/>
              <a:defRPr sz="81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064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1746" y="2300203"/>
            <a:ext cx="1988979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69225" y="2300203"/>
            <a:ext cx="1988979" cy="54824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37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460043"/>
            <a:ext cx="4036457" cy="16701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2357" y="2118188"/>
            <a:ext cx="1979838" cy="1038091"/>
          </a:xfrm>
        </p:spPr>
        <p:txBody>
          <a:bodyPr anchor="b"/>
          <a:lstStyle>
            <a:lvl1pPr marL="0" indent="0">
              <a:buNone/>
              <a:defRPr sz="1228" b="1"/>
            </a:lvl1pPr>
            <a:lvl2pPr marL="233995" indent="0">
              <a:buNone/>
              <a:defRPr sz="1024" b="1"/>
            </a:lvl2pPr>
            <a:lvl3pPr marL="467990" indent="0">
              <a:buNone/>
              <a:defRPr sz="921" b="1"/>
            </a:lvl3pPr>
            <a:lvl4pPr marL="701985" indent="0">
              <a:buNone/>
              <a:defRPr sz="819" b="1"/>
            </a:lvl4pPr>
            <a:lvl5pPr marL="935980" indent="0">
              <a:buNone/>
              <a:defRPr sz="819" b="1"/>
            </a:lvl5pPr>
            <a:lvl6pPr marL="1169975" indent="0">
              <a:buNone/>
              <a:defRPr sz="819" b="1"/>
            </a:lvl6pPr>
            <a:lvl7pPr marL="1403970" indent="0">
              <a:buNone/>
              <a:defRPr sz="819" b="1"/>
            </a:lvl7pPr>
            <a:lvl8pPr marL="1637965" indent="0">
              <a:buNone/>
              <a:defRPr sz="819" b="1"/>
            </a:lvl8pPr>
            <a:lvl9pPr marL="1871960" indent="0">
              <a:buNone/>
              <a:defRPr sz="81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2357" y="3156278"/>
            <a:ext cx="1979838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69225" y="2118188"/>
            <a:ext cx="1989588" cy="1038091"/>
          </a:xfrm>
        </p:spPr>
        <p:txBody>
          <a:bodyPr anchor="b"/>
          <a:lstStyle>
            <a:lvl1pPr marL="0" indent="0">
              <a:buNone/>
              <a:defRPr sz="1228" b="1"/>
            </a:lvl1pPr>
            <a:lvl2pPr marL="233995" indent="0">
              <a:buNone/>
              <a:defRPr sz="1024" b="1"/>
            </a:lvl2pPr>
            <a:lvl3pPr marL="467990" indent="0">
              <a:buNone/>
              <a:defRPr sz="921" b="1"/>
            </a:lvl3pPr>
            <a:lvl4pPr marL="701985" indent="0">
              <a:buNone/>
              <a:defRPr sz="819" b="1"/>
            </a:lvl4pPr>
            <a:lvl5pPr marL="935980" indent="0">
              <a:buNone/>
              <a:defRPr sz="819" b="1"/>
            </a:lvl5pPr>
            <a:lvl6pPr marL="1169975" indent="0">
              <a:buNone/>
              <a:defRPr sz="819" b="1"/>
            </a:lvl6pPr>
            <a:lvl7pPr marL="1403970" indent="0">
              <a:buNone/>
              <a:defRPr sz="819" b="1"/>
            </a:lvl7pPr>
            <a:lvl8pPr marL="1637965" indent="0">
              <a:buNone/>
              <a:defRPr sz="819" b="1"/>
            </a:lvl8pPr>
            <a:lvl9pPr marL="1871960" indent="0">
              <a:buNone/>
              <a:defRPr sz="81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69225" y="3156278"/>
            <a:ext cx="1989588" cy="46424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735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035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91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576051"/>
            <a:ext cx="1509406" cy="2016178"/>
          </a:xfrm>
        </p:spPr>
        <p:txBody>
          <a:bodyPr anchor="b"/>
          <a:lstStyle>
            <a:lvl1pPr>
              <a:defRPr sz="16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9588" y="1244112"/>
            <a:ext cx="2369225" cy="6140542"/>
          </a:xfrm>
        </p:spPr>
        <p:txBody>
          <a:bodyPr/>
          <a:lstStyle>
            <a:lvl1pPr>
              <a:defRPr sz="1638"/>
            </a:lvl1pPr>
            <a:lvl2pPr>
              <a:defRPr sz="1433"/>
            </a:lvl2pPr>
            <a:lvl3pPr>
              <a:defRPr sz="1228"/>
            </a:lvl3pPr>
            <a:lvl4pPr>
              <a:defRPr sz="1024"/>
            </a:lvl4pPr>
            <a:lvl5pPr>
              <a:defRPr sz="1024"/>
            </a:lvl5pPr>
            <a:lvl6pPr>
              <a:defRPr sz="1024"/>
            </a:lvl6pPr>
            <a:lvl7pPr>
              <a:defRPr sz="1024"/>
            </a:lvl7pPr>
            <a:lvl8pPr>
              <a:defRPr sz="1024"/>
            </a:lvl8pPr>
            <a:lvl9pPr>
              <a:defRPr sz="10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2592229"/>
            <a:ext cx="1509406" cy="4802425"/>
          </a:xfrm>
        </p:spPr>
        <p:txBody>
          <a:bodyPr/>
          <a:lstStyle>
            <a:lvl1pPr marL="0" indent="0">
              <a:buNone/>
              <a:defRPr sz="819"/>
            </a:lvl1pPr>
            <a:lvl2pPr marL="233995" indent="0">
              <a:buNone/>
              <a:defRPr sz="717"/>
            </a:lvl2pPr>
            <a:lvl3pPr marL="467990" indent="0">
              <a:buNone/>
              <a:defRPr sz="614"/>
            </a:lvl3pPr>
            <a:lvl4pPr marL="701985" indent="0">
              <a:buNone/>
              <a:defRPr sz="512"/>
            </a:lvl4pPr>
            <a:lvl5pPr marL="935980" indent="0">
              <a:buNone/>
              <a:defRPr sz="512"/>
            </a:lvl5pPr>
            <a:lvl6pPr marL="1169975" indent="0">
              <a:buNone/>
              <a:defRPr sz="512"/>
            </a:lvl6pPr>
            <a:lvl7pPr marL="1403970" indent="0">
              <a:buNone/>
              <a:defRPr sz="512"/>
            </a:lvl7pPr>
            <a:lvl8pPr marL="1637965" indent="0">
              <a:buNone/>
              <a:defRPr sz="512"/>
            </a:lvl8pPr>
            <a:lvl9pPr marL="1871960" indent="0">
              <a:buNone/>
              <a:defRPr sz="5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68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356" y="576051"/>
            <a:ext cx="1509406" cy="2016178"/>
          </a:xfrm>
        </p:spPr>
        <p:txBody>
          <a:bodyPr anchor="b"/>
          <a:lstStyle>
            <a:lvl1pPr>
              <a:defRPr sz="163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89588" y="1244112"/>
            <a:ext cx="2369225" cy="6140542"/>
          </a:xfrm>
        </p:spPr>
        <p:txBody>
          <a:bodyPr anchor="t"/>
          <a:lstStyle>
            <a:lvl1pPr marL="0" indent="0">
              <a:buNone/>
              <a:defRPr sz="1638"/>
            </a:lvl1pPr>
            <a:lvl2pPr marL="233995" indent="0">
              <a:buNone/>
              <a:defRPr sz="1433"/>
            </a:lvl2pPr>
            <a:lvl3pPr marL="467990" indent="0">
              <a:buNone/>
              <a:defRPr sz="1228"/>
            </a:lvl3pPr>
            <a:lvl4pPr marL="701985" indent="0">
              <a:buNone/>
              <a:defRPr sz="1024"/>
            </a:lvl4pPr>
            <a:lvl5pPr marL="935980" indent="0">
              <a:buNone/>
              <a:defRPr sz="1024"/>
            </a:lvl5pPr>
            <a:lvl6pPr marL="1169975" indent="0">
              <a:buNone/>
              <a:defRPr sz="1024"/>
            </a:lvl6pPr>
            <a:lvl7pPr marL="1403970" indent="0">
              <a:buNone/>
              <a:defRPr sz="1024"/>
            </a:lvl7pPr>
            <a:lvl8pPr marL="1637965" indent="0">
              <a:buNone/>
              <a:defRPr sz="1024"/>
            </a:lvl8pPr>
            <a:lvl9pPr marL="1871960" indent="0">
              <a:buNone/>
              <a:defRPr sz="10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22356" y="2592229"/>
            <a:ext cx="1509406" cy="4802425"/>
          </a:xfrm>
        </p:spPr>
        <p:txBody>
          <a:bodyPr/>
          <a:lstStyle>
            <a:lvl1pPr marL="0" indent="0">
              <a:buNone/>
              <a:defRPr sz="819"/>
            </a:lvl1pPr>
            <a:lvl2pPr marL="233995" indent="0">
              <a:buNone/>
              <a:defRPr sz="717"/>
            </a:lvl2pPr>
            <a:lvl3pPr marL="467990" indent="0">
              <a:buNone/>
              <a:defRPr sz="614"/>
            </a:lvl3pPr>
            <a:lvl4pPr marL="701985" indent="0">
              <a:buNone/>
              <a:defRPr sz="512"/>
            </a:lvl4pPr>
            <a:lvl5pPr marL="935980" indent="0">
              <a:buNone/>
              <a:defRPr sz="512"/>
            </a:lvl5pPr>
            <a:lvl6pPr marL="1169975" indent="0">
              <a:buNone/>
              <a:defRPr sz="512"/>
            </a:lvl6pPr>
            <a:lvl7pPr marL="1403970" indent="0">
              <a:buNone/>
              <a:defRPr sz="512"/>
            </a:lvl7pPr>
            <a:lvl8pPr marL="1637965" indent="0">
              <a:buNone/>
              <a:defRPr sz="512"/>
            </a:lvl8pPr>
            <a:lvl9pPr marL="1871960" indent="0">
              <a:buNone/>
              <a:defRPr sz="5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5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034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349090" y="460041"/>
            <a:ext cx="1009114" cy="73226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1747" y="460041"/>
            <a:ext cx="2968843" cy="732264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9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1747" y="460043"/>
            <a:ext cx="4036457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747" y="2300203"/>
            <a:ext cx="4036457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21746" y="8008709"/>
            <a:ext cx="105298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01EA0-C669-8E49-B514-2D71DDB9C976}" type="datetimeFigureOut">
              <a:rPr lang="en-US" smtClean="0"/>
              <a:t>9/3/26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0234" y="8008709"/>
            <a:ext cx="1579483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305215" y="8008709"/>
            <a:ext cx="105298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AA3629-1F3D-2945-BF70-14BBF6932C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32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67990" rtl="0" eaLnBrk="1" latinLnBrk="0" hangingPunct="1">
        <a:lnSpc>
          <a:spcPct val="90000"/>
        </a:lnSpc>
        <a:spcBef>
          <a:spcPct val="0"/>
        </a:spcBef>
        <a:buNone/>
        <a:defRPr sz="22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997" indent="-116997" algn="l" defTabSz="467990" rtl="0" eaLnBrk="1" latinLnBrk="0" hangingPunct="1">
        <a:lnSpc>
          <a:spcPct val="90000"/>
        </a:lnSpc>
        <a:spcBef>
          <a:spcPts val="512"/>
        </a:spcBef>
        <a:buFont typeface="Arial" panose="020B0604020202020204" pitchFamily="34" charset="0"/>
        <a:buChar char="•"/>
        <a:defRPr sz="1433" kern="1200">
          <a:solidFill>
            <a:schemeClr val="tx1"/>
          </a:solidFill>
          <a:latin typeface="+mn-lt"/>
          <a:ea typeface="+mn-ea"/>
          <a:cs typeface="+mn-cs"/>
        </a:defRPr>
      </a:lvl1pPr>
      <a:lvl2pPr marL="35099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1228" kern="1200">
          <a:solidFill>
            <a:schemeClr val="tx1"/>
          </a:solidFill>
          <a:latin typeface="+mn-lt"/>
          <a:ea typeface="+mn-ea"/>
          <a:cs typeface="+mn-cs"/>
        </a:defRPr>
      </a:lvl2pPr>
      <a:lvl3pPr marL="58498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1024" kern="1200">
          <a:solidFill>
            <a:schemeClr val="tx1"/>
          </a:solidFill>
          <a:latin typeface="+mn-lt"/>
          <a:ea typeface="+mn-ea"/>
          <a:cs typeface="+mn-cs"/>
        </a:defRPr>
      </a:lvl3pPr>
      <a:lvl4pPr marL="81898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4pPr>
      <a:lvl5pPr marL="105297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5pPr>
      <a:lvl6pPr marL="128697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6pPr>
      <a:lvl7pPr marL="152096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7pPr>
      <a:lvl8pPr marL="1754962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8pPr>
      <a:lvl9pPr marL="1988957" indent="-116997" algn="l" defTabSz="467990" rtl="0" eaLnBrk="1" latinLnBrk="0" hangingPunct="1">
        <a:lnSpc>
          <a:spcPct val="90000"/>
        </a:lnSpc>
        <a:spcBef>
          <a:spcPts val="256"/>
        </a:spcBef>
        <a:buFont typeface="Arial" panose="020B0604020202020204" pitchFamily="34" charset="0"/>
        <a:buChar char="•"/>
        <a:defRPr sz="92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1pPr>
      <a:lvl2pPr marL="23399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2pPr>
      <a:lvl3pPr marL="46799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3pPr>
      <a:lvl4pPr marL="70198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4pPr>
      <a:lvl5pPr marL="93598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5pPr>
      <a:lvl6pPr marL="116997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6pPr>
      <a:lvl7pPr marL="140397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7pPr>
      <a:lvl8pPr marL="1637965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8pPr>
      <a:lvl9pPr marL="1871960" algn="l" defTabSz="467990" rtl="0" eaLnBrk="1" latinLnBrk="0" hangingPunct="1">
        <a:defRPr sz="92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08CD06C-7DE3-5339-1205-7F8BCDC39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126" y="7237779"/>
            <a:ext cx="1579967" cy="12288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E454CB9-6BED-A3AF-7BF4-F1CFB6690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047" y="252714"/>
            <a:ext cx="1954081" cy="13871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9EB3CDE-A6CA-DA61-CB4B-3D4C065F3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1" y="4311853"/>
            <a:ext cx="4319588" cy="125442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76C60E1-F78D-5FA3-1F8B-BDB235547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07" y="1779157"/>
            <a:ext cx="4319588" cy="232593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9B77D10-7943-6455-1CA8-2B531BB3B475}"/>
              </a:ext>
            </a:extLst>
          </p:cNvPr>
          <p:cNvSpPr txBox="1"/>
          <p:nvPr/>
        </p:nvSpPr>
        <p:spPr>
          <a:xfrm>
            <a:off x="0" y="0"/>
            <a:ext cx="335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EB7270-CC3E-820A-23D5-44AD7EF8F893}"/>
              </a:ext>
            </a:extLst>
          </p:cNvPr>
          <p:cNvSpPr txBox="1"/>
          <p:nvPr/>
        </p:nvSpPr>
        <p:spPr>
          <a:xfrm>
            <a:off x="-1" y="1533133"/>
            <a:ext cx="335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5E05601-5493-4130-2C80-00AA1FB9E151}"/>
              </a:ext>
            </a:extLst>
          </p:cNvPr>
          <p:cNvSpPr txBox="1"/>
          <p:nvPr/>
        </p:nvSpPr>
        <p:spPr>
          <a:xfrm>
            <a:off x="56679" y="4206572"/>
            <a:ext cx="335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860155D-5EB9-27F8-7A9C-A41C3ED8423B}"/>
              </a:ext>
            </a:extLst>
          </p:cNvPr>
          <p:cNvSpPr txBox="1"/>
          <p:nvPr/>
        </p:nvSpPr>
        <p:spPr>
          <a:xfrm>
            <a:off x="-3128" y="7099280"/>
            <a:ext cx="335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0D2C26-F03E-18E2-9732-F9CDAF4245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41" y="5730341"/>
            <a:ext cx="3141520" cy="12544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52B2533-B09A-6D0E-2B2C-F8C5435F2A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813" y="211584"/>
            <a:ext cx="1849541" cy="1387156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13F3B3F8-EC2C-0EFB-7019-CDCCD0FCCA44}"/>
              </a:ext>
            </a:extLst>
          </p:cNvPr>
          <p:cNvSpPr txBox="1"/>
          <p:nvPr/>
        </p:nvSpPr>
        <p:spPr>
          <a:xfrm>
            <a:off x="0" y="5567855"/>
            <a:ext cx="335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CA22257-412B-C5F5-689C-5EE62513E1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219" y="7296188"/>
            <a:ext cx="1392472" cy="111204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2D0C2B-045E-AED2-B156-7699E8D124BA}"/>
              </a:ext>
            </a:extLst>
          </p:cNvPr>
          <p:cNvSpPr txBox="1"/>
          <p:nvPr/>
        </p:nvSpPr>
        <p:spPr>
          <a:xfrm>
            <a:off x="2362047" y="7100440"/>
            <a:ext cx="3350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247828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</TotalTime>
  <Words>6</Words>
  <Application>Microsoft Macintosh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Feng, Guanqiao</dc:creator>
  <cp:lastModifiedBy>Feng, Guanqiao</cp:lastModifiedBy>
  <cp:revision>6</cp:revision>
  <dcterms:created xsi:type="dcterms:W3CDTF">2026-07-31T19:43:51Z</dcterms:created>
  <dcterms:modified xsi:type="dcterms:W3CDTF">2026-09-03T20:52:04Z</dcterms:modified>
</cp:coreProperties>
</file>