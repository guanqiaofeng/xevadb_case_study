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3039388" cy="10080625"/>
  <p:notesSz cx="6858000" cy="9144000"/>
  <p:embeddedFontLst>
    <p:embeddedFont>
      <p:font typeface="Play" pitchFamily="2" charset="0"/>
      <p:regular r:id="rId4"/>
      <p:bold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7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7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7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7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7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7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7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7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7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" roundtripDataSignature="AMtx7mhfnrVQrRcpZDcEMkrk0w6Yo+xw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71" d="100"/>
          <a:sy n="71" d="100"/>
        </p:scale>
        <p:origin x="248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customschemas.google.com/relationships/presentationmetadata" Target="metadata"/><Relationship Id="rId3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5" Type="http://schemas.openxmlformats.org/officeDocument/2006/relationships/font" Target="fonts/font2.fntdata"/><Relationship Id="rId10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-96838" y="1143000"/>
            <a:ext cx="7051676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7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7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7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7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7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7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7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7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75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96838" y="1143000"/>
            <a:ext cx="7051676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2879924" y="1649771"/>
            <a:ext cx="17279542" cy="350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929"/>
              <a:buFont typeface="Play"/>
              <a:buNone/>
              <a:defRPr sz="692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2879924" y="5294663"/>
            <a:ext cx="17279542" cy="2433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2772"/>
              <a:buNone/>
              <a:defRPr sz="2772"/>
            </a:lvl1pPr>
            <a:lvl2pPr lvl="1" algn="ctr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2310"/>
              <a:buNone/>
              <a:defRPr sz="2310"/>
            </a:lvl2pPr>
            <a:lvl3pPr lvl="2" algn="ctr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2079"/>
              <a:buNone/>
              <a:defRPr sz="2079"/>
            </a:lvl3pPr>
            <a:lvl4pPr lvl="3" algn="ctr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48"/>
              <a:buNone/>
              <a:defRPr sz="1848"/>
            </a:lvl4pPr>
            <a:lvl5pPr lvl="4" algn="ctr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48"/>
              <a:buNone/>
              <a:defRPr sz="1848"/>
            </a:lvl5pPr>
            <a:lvl6pPr lvl="5" algn="ctr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48"/>
              <a:buNone/>
              <a:defRPr sz="1848"/>
            </a:lvl6pPr>
            <a:lvl7pPr lvl="6" algn="ctr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48"/>
              <a:buNone/>
              <a:defRPr sz="1848"/>
            </a:lvl7pPr>
            <a:lvl8pPr lvl="7" algn="ctr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48"/>
              <a:buNone/>
              <a:defRPr sz="1848"/>
            </a:lvl8pPr>
            <a:lvl9pPr lvl="8" algn="ctr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48"/>
              <a:buNone/>
              <a:defRPr sz="1848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1583959" y="9343247"/>
            <a:ext cx="5183862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7631799" y="9343247"/>
            <a:ext cx="7775793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16271568" y="9343247"/>
            <a:ext cx="5183862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1583959" y="536702"/>
            <a:ext cx="19871473" cy="1948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1583959" y="2683501"/>
            <a:ext cx="19871473" cy="6396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1583959" y="9343247"/>
            <a:ext cx="5183862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7631799" y="9343247"/>
            <a:ext cx="7775793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16271568" y="9343247"/>
            <a:ext cx="5183862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1571958" y="2513159"/>
            <a:ext cx="19871473" cy="4193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929"/>
              <a:buFont typeface="Play"/>
              <a:buNone/>
              <a:defRPr sz="692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1571958" y="6746086"/>
            <a:ext cx="19871473" cy="2205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55"/>
              </a:spcBef>
              <a:spcAft>
                <a:spcPts val="0"/>
              </a:spcAft>
              <a:buClr>
                <a:srgbClr val="757575"/>
              </a:buClr>
              <a:buSzPts val="2772"/>
              <a:buNone/>
              <a:defRPr sz="2772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rgbClr val="757575"/>
              </a:buClr>
              <a:buSzPts val="2310"/>
              <a:buNone/>
              <a:defRPr sz="231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rgbClr val="757575"/>
              </a:buClr>
              <a:buSzPts val="2079"/>
              <a:buNone/>
              <a:defRPr sz="2079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rgbClr val="757575"/>
              </a:buClr>
              <a:buSzPts val="1848"/>
              <a:buNone/>
              <a:defRPr sz="1848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rgbClr val="757575"/>
              </a:buClr>
              <a:buSzPts val="1848"/>
              <a:buNone/>
              <a:defRPr sz="1848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rgbClr val="757575"/>
              </a:buClr>
              <a:buSzPts val="1848"/>
              <a:buNone/>
              <a:defRPr sz="1848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rgbClr val="757575"/>
              </a:buClr>
              <a:buSzPts val="1848"/>
              <a:buNone/>
              <a:defRPr sz="1848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rgbClr val="757575"/>
              </a:buClr>
              <a:buSzPts val="1848"/>
              <a:buNone/>
              <a:defRPr sz="1848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rgbClr val="757575"/>
              </a:buClr>
              <a:buSzPts val="1848"/>
              <a:buNone/>
              <a:defRPr sz="1848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1583959" y="9343247"/>
            <a:ext cx="5183862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7631799" y="9343247"/>
            <a:ext cx="7775793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16271568" y="9343247"/>
            <a:ext cx="5183862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1583959" y="536702"/>
            <a:ext cx="19871473" cy="1948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1583959" y="2683501"/>
            <a:ext cx="9791740" cy="6396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11663690" y="2683501"/>
            <a:ext cx="9791740" cy="6396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1583959" y="9343247"/>
            <a:ext cx="5183862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7631799" y="9343247"/>
            <a:ext cx="7775793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16271568" y="9343247"/>
            <a:ext cx="5183862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1586959" y="536702"/>
            <a:ext cx="19871473" cy="1948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1586960" y="2471154"/>
            <a:ext cx="9746740" cy="1211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2772"/>
              <a:buNone/>
              <a:defRPr sz="2772" b="1"/>
            </a:lvl1pPr>
            <a:lvl2pPr marL="914400" lvl="1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2310"/>
              <a:buNone/>
              <a:defRPr sz="2310" b="1"/>
            </a:lvl2pPr>
            <a:lvl3pPr marL="1371600" lvl="2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2079"/>
              <a:buNone/>
              <a:defRPr sz="2079" b="1"/>
            </a:lvl3pPr>
            <a:lvl4pPr marL="1828800" lvl="3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48"/>
              <a:buNone/>
              <a:defRPr sz="1848" b="1"/>
            </a:lvl4pPr>
            <a:lvl5pPr marL="2286000" lvl="4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48"/>
              <a:buNone/>
              <a:defRPr sz="1848" b="1"/>
            </a:lvl5pPr>
            <a:lvl6pPr marL="2743200" lvl="5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48"/>
              <a:buNone/>
              <a:defRPr sz="1848" b="1"/>
            </a:lvl6pPr>
            <a:lvl7pPr marL="3200400" lvl="6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48"/>
              <a:buNone/>
              <a:defRPr sz="1848" b="1"/>
            </a:lvl7pPr>
            <a:lvl8pPr marL="3657600" lvl="7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48"/>
              <a:buNone/>
              <a:defRPr sz="1848" b="1"/>
            </a:lvl8pPr>
            <a:lvl9pPr marL="4114800" lvl="8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48"/>
              <a:buNone/>
              <a:defRPr sz="1848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1586960" y="3682228"/>
            <a:ext cx="9746740" cy="5416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11663691" y="2471154"/>
            <a:ext cx="9794741" cy="1211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2772"/>
              <a:buNone/>
              <a:defRPr sz="2772" b="1"/>
            </a:lvl1pPr>
            <a:lvl2pPr marL="914400" lvl="1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2310"/>
              <a:buNone/>
              <a:defRPr sz="2310" b="1"/>
            </a:lvl2pPr>
            <a:lvl3pPr marL="1371600" lvl="2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2079"/>
              <a:buNone/>
              <a:defRPr sz="2079" b="1"/>
            </a:lvl3pPr>
            <a:lvl4pPr marL="1828800" lvl="3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48"/>
              <a:buNone/>
              <a:defRPr sz="1848" b="1"/>
            </a:lvl4pPr>
            <a:lvl5pPr marL="2286000" lvl="4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48"/>
              <a:buNone/>
              <a:defRPr sz="1848" b="1"/>
            </a:lvl5pPr>
            <a:lvl6pPr marL="2743200" lvl="5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48"/>
              <a:buNone/>
              <a:defRPr sz="1848" b="1"/>
            </a:lvl6pPr>
            <a:lvl7pPr marL="3200400" lvl="6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48"/>
              <a:buNone/>
              <a:defRPr sz="1848" b="1"/>
            </a:lvl7pPr>
            <a:lvl8pPr marL="3657600" lvl="7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48"/>
              <a:buNone/>
              <a:defRPr sz="1848" b="1"/>
            </a:lvl8pPr>
            <a:lvl9pPr marL="4114800" lvl="8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48"/>
              <a:buNone/>
              <a:defRPr sz="1848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11663691" y="3682228"/>
            <a:ext cx="9794741" cy="5416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1583959" y="9343247"/>
            <a:ext cx="5183862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7631799" y="9343247"/>
            <a:ext cx="7775793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16271568" y="9343247"/>
            <a:ext cx="5183862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1583959" y="536702"/>
            <a:ext cx="19871473" cy="1948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1583959" y="9343247"/>
            <a:ext cx="5183862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7631799" y="9343247"/>
            <a:ext cx="7775793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16271568" y="9343247"/>
            <a:ext cx="5183862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>
          <a:xfrm>
            <a:off x="1583959" y="9343247"/>
            <a:ext cx="5183862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>
          <a:xfrm>
            <a:off x="7631799" y="9343247"/>
            <a:ext cx="7775793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16271568" y="9343247"/>
            <a:ext cx="5183862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1586960" y="672042"/>
            <a:ext cx="7430802" cy="2352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96"/>
              <a:buFont typeface="Play"/>
              <a:buNone/>
              <a:defRPr sz="3696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9794741" y="1451425"/>
            <a:ext cx="11663690" cy="7163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63296" algn="l">
              <a:lnSpc>
                <a:spcPct val="90000"/>
              </a:lnSpc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3696"/>
              <a:buChar char="•"/>
              <a:defRPr sz="3696"/>
            </a:lvl1pPr>
            <a:lvl2pPr marL="914400" lvl="1" indent="-433959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3234"/>
              <a:buChar char="•"/>
              <a:defRPr sz="3234"/>
            </a:lvl2pPr>
            <a:lvl3pPr marL="1371600" lvl="2" indent="-404622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2772"/>
              <a:buChar char="•"/>
              <a:defRPr sz="2772"/>
            </a:lvl3pPr>
            <a:lvl4pPr marL="1828800" lvl="3" indent="-375285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2310"/>
              <a:buChar char="•"/>
              <a:defRPr sz="2310"/>
            </a:lvl4pPr>
            <a:lvl5pPr marL="2286000" lvl="4" indent="-375285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2310"/>
              <a:buChar char="•"/>
              <a:defRPr sz="2310"/>
            </a:lvl5pPr>
            <a:lvl6pPr marL="2743200" lvl="5" indent="-375285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2310"/>
              <a:buChar char="•"/>
              <a:defRPr sz="2310"/>
            </a:lvl6pPr>
            <a:lvl7pPr marL="3200400" lvl="6" indent="-375285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2310"/>
              <a:buChar char="•"/>
              <a:defRPr sz="2310"/>
            </a:lvl7pPr>
            <a:lvl8pPr marL="3657600" lvl="7" indent="-375285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2310"/>
              <a:buChar char="•"/>
              <a:defRPr sz="2310"/>
            </a:lvl8pPr>
            <a:lvl9pPr marL="4114800" lvl="8" indent="-375285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2310"/>
              <a:buChar char="•"/>
              <a:defRPr sz="231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2"/>
          </p:nvPr>
        </p:nvSpPr>
        <p:spPr>
          <a:xfrm>
            <a:off x="1586960" y="3024189"/>
            <a:ext cx="7430802" cy="5602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1848"/>
              <a:buNone/>
              <a:defRPr sz="1848"/>
            </a:lvl1pPr>
            <a:lvl2pPr marL="914400" lvl="1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617"/>
              <a:buNone/>
              <a:defRPr sz="1617"/>
            </a:lvl2pPr>
            <a:lvl3pPr marL="1371600" lvl="2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386"/>
              <a:buNone/>
              <a:defRPr sz="1386"/>
            </a:lvl3pPr>
            <a:lvl4pPr marL="1828800" lvl="3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155"/>
              <a:buNone/>
              <a:defRPr sz="1155"/>
            </a:lvl4pPr>
            <a:lvl5pPr marL="2286000" lvl="4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155"/>
              <a:buNone/>
              <a:defRPr sz="1155"/>
            </a:lvl5pPr>
            <a:lvl6pPr marL="2743200" lvl="5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155"/>
              <a:buNone/>
              <a:defRPr sz="1155"/>
            </a:lvl6pPr>
            <a:lvl7pPr marL="3200400" lvl="6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155"/>
              <a:buNone/>
              <a:defRPr sz="1155"/>
            </a:lvl7pPr>
            <a:lvl8pPr marL="3657600" lvl="7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155"/>
              <a:buNone/>
              <a:defRPr sz="1155"/>
            </a:lvl8pPr>
            <a:lvl9pPr marL="4114800" lvl="8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155"/>
              <a:buNone/>
              <a:defRPr sz="1155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1583959" y="9343247"/>
            <a:ext cx="5183862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7631799" y="9343247"/>
            <a:ext cx="7775793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16271568" y="9343247"/>
            <a:ext cx="5183862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1586960" y="672042"/>
            <a:ext cx="7430802" cy="2352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96"/>
              <a:buFont typeface="Play"/>
              <a:buNone/>
              <a:defRPr sz="3696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>
            <a:spLocks noGrp="1"/>
          </p:cNvSpPr>
          <p:nvPr>
            <p:ph type="pic" idx="2"/>
          </p:nvPr>
        </p:nvSpPr>
        <p:spPr>
          <a:xfrm>
            <a:off x="9794741" y="1451425"/>
            <a:ext cx="11663690" cy="7163777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1586960" y="3024189"/>
            <a:ext cx="7430802" cy="5602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1848"/>
              <a:buNone/>
              <a:defRPr sz="1848"/>
            </a:lvl1pPr>
            <a:lvl2pPr marL="914400" lvl="1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617"/>
              <a:buNone/>
              <a:defRPr sz="1617"/>
            </a:lvl2pPr>
            <a:lvl3pPr marL="1371600" lvl="2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386"/>
              <a:buNone/>
              <a:defRPr sz="1386"/>
            </a:lvl3pPr>
            <a:lvl4pPr marL="1828800" lvl="3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155"/>
              <a:buNone/>
              <a:defRPr sz="1155"/>
            </a:lvl4pPr>
            <a:lvl5pPr marL="2286000" lvl="4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155"/>
              <a:buNone/>
              <a:defRPr sz="1155"/>
            </a:lvl5pPr>
            <a:lvl6pPr marL="2743200" lvl="5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155"/>
              <a:buNone/>
              <a:defRPr sz="1155"/>
            </a:lvl6pPr>
            <a:lvl7pPr marL="3200400" lvl="6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155"/>
              <a:buNone/>
              <a:defRPr sz="1155"/>
            </a:lvl7pPr>
            <a:lvl8pPr marL="3657600" lvl="7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155"/>
              <a:buNone/>
              <a:defRPr sz="1155"/>
            </a:lvl8pPr>
            <a:lvl9pPr marL="4114800" lvl="8" indent="-2286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155"/>
              <a:buNone/>
              <a:defRPr sz="1155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1583959" y="9343247"/>
            <a:ext cx="5183862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7631799" y="9343247"/>
            <a:ext cx="7775793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16271568" y="9343247"/>
            <a:ext cx="5183862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1583959" y="536702"/>
            <a:ext cx="19871473" cy="1948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 rot="5400000">
            <a:off x="8321663" y="-4054204"/>
            <a:ext cx="6396064" cy="19871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dt" idx="10"/>
          </p:nvPr>
        </p:nvSpPr>
        <p:spPr>
          <a:xfrm>
            <a:off x="1583959" y="9343247"/>
            <a:ext cx="5183862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ftr" idx="11"/>
          </p:nvPr>
        </p:nvSpPr>
        <p:spPr>
          <a:xfrm>
            <a:off x="7631799" y="9343247"/>
            <a:ext cx="7775793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16271568" y="9343247"/>
            <a:ext cx="5183862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 rot="5400000">
            <a:off x="14700063" y="2324198"/>
            <a:ext cx="8542864" cy="4967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body" idx="1"/>
          </p:nvPr>
        </p:nvSpPr>
        <p:spPr>
          <a:xfrm rot="5400000">
            <a:off x="4620332" y="-2499674"/>
            <a:ext cx="8542864" cy="1461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dt" idx="10"/>
          </p:nvPr>
        </p:nvSpPr>
        <p:spPr>
          <a:xfrm>
            <a:off x="1583959" y="9343247"/>
            <a:ext cx="5183862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ftr" idx="11"/>
          </p:nvPr>
        </p:nvSpPr>
        <p:spPr>
          <a:xfrm>
            <a:off x="7631799" y="9343247"/>
            <a:ext cx="7775793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ldNum" idx="12"/>
          </p:nvPr>
        </p:nvSpPr>
        <p:spPr>
          <a:xfrm>
            <a:off x="16271568" y="9343247"/>
            <a:ext cx="5183862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1583959" y="536702"/>
            <a:ext cx="19871473" cy="1948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82"/>
              <a:buFont typeface="Play"/>
              <a:buNone/>
              <a:defRPr sz="5082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1583959" y="2683501"/>
            <a:ext cx="19871473" cy="6396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3959" algn="l" rtl="0">
              <a:lnSpc>
                <a:spcPct val="90000"/>
              </a:lnSpc>
              <a:spcBef>
                <a:spcPts val="1155"/>
              </a:spcBef>
              <a:spcAft>
                <a:spcPts val="0"/>
              </a:spcAft>
              <a:buClr>
                <a:schemeClr val="dk1"/>
              </a:buClr>
              <a:buSzPts val="3234"/>
              <a:buFont typeface="Arial"/>
              <a:buChar char="•"/>
              <a:defRPr sz="3234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4622" algn="l" rtl="0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2772"/>
              <a:buFont typeface="Arial"/>
              <a:buChar char="•"/>
              <a:defRPr sz="277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75285" algn="l" rtl="0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2310"/>
              <a:buFont typeface="Arial"/>
              <a:buChar char="•"/>
              <a:defRPr sz="231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60617" algn="l" rtl="0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Char char="•"/>
              <a:defRPr sz="207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60617" algn="l" rtl="0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Char char="•"/>
              <a:defRPr sz="207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60617" algn="l" rtl="0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Char char="•"/>
              <a:defRPr sz="207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60617" algn="l" rtl="0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Char char="•"/>
              <a:defRPr sz="207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60616" algn="l" rtl="0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Char char="•"/>
              <a:defRPr sz="207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60616" algn="l" rtl="0">
              <a:lnSpc>
                <a:spcPct val="9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2079"/>
              <a:buFont typeface="Arial"/>
              <a:buChar char="•"/>
              <a:defRPr sz="207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1583959" y="9343247"/>
            <a:ext cx="5183862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86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7631799" y="9343247"/>
            <a:ext cx="7775793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86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16271568" y="9343247"/>
            <a:ext cx="5183862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86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386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386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386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386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386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386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386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386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0D12F0-C2B3-5AD1-59E4-4E993DF78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12481" y="3537464"/>
            <a:ext cx="5951769" cy="36869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A98CE56-A6B8-2F6E-30E0-A0C9B6855D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01494" y="163634"/>
            <a:ext cx="4330700" cy="3124200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68143CD0-9D15-47C6-ECED-A79E5FD5E3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04359" y="163634"/>
            <a:ext cx="4913517" cy="3275678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A3957A8C-35D1-E005-AF70-4D6481EBA7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175" y="163634"/>
            <a:ext cx="6380902" cy="9405183"/>
          </a:xfrm>
          <a:prstGeom prst="rect">
            <a:avLst/>
          </a:prstGeom>
        </p:spPr>
      </p:pic>
      <p:sp>
        <p:nvSpPr>
          <p:cNvPr id="86" name="Google Shape;91;p1">
            <a:extLst>
              <a:ext uri="{FF2B5EF4-FFF2-40B4-BE49-F238E27FC236}">
                <a16:creationId xmlns:a16="http://schemas.microsoft.com/office/drawing/2014/main" id="{97599C46-1FB6-036C-C072-680130C19ABC}"/>
              </a:ext>
            </a:extLst>
          </p:cNvPr>
          <p:cNvSpPr txBox="1"/>
          <p:nvPr/>
        </p:nvSpPr>
        <p:spPr>
          <a:xfrm>
            <a:off x="125400" y="-21032"/>
            <a:ext cx="667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dirty="0"/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B05EE47A-1910-C7D9-B683-9447321FF9D1}"/>
              </a:ext>
            </a:extLst>
          </p:cNvPr>
          <p:cNvGrpSpPr/>
          <p:nvPr/>
        </p:nvGrpSpPr>
        <p:grpSpPr>
          <a:xfrm>
            <a:off x="7862160" y="263532"/>
            <a:ext cx="4289823" cy="1221955"/>
            <a:chOff x="5826327" y="263532"/>
            <a:chExt cx="4289823" cy="1221955"/>
          </a:xfrm>
        </p:grpSpPr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8A5E091B-7854-C688-3DB9-C135F34BB33E}"/>
                </a:ext>
              </a:extLst>
            </p:cNvPr>
            <p:cNvGrpSpPr/>
            <p:nvPr/>
          </p:nvGrpSpPr>
          <p:grpSpPr>
            <a:xfrm>
              <a:off x="5826327" y="653990"/>
              <a:ext cx="4105332" cy="831497"/>
              <a:chOff x="5809074" y="653990"/>
              <a:chExt cx="4105332" cy="831497"/>
            </a:xfrm>
          </p:grpSpPr>
          <p:pic>
            <p:nvPicPr>
              <p:cNvPr id="100" name="Picture 99">
                <a:extLst>
                  <a:ext uri="{FF2B5EF4-FFF2-40B4-BE49-F238E27FC236}">
                    <a16:creationId xmlns:a16="http://schemas.microsoft.com/office/drawing/2014/main" id="{38330F0E-D3B6-4BF2-8063-66156603C4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 b="18064"/>
              <a:stretch>
                <a:fillRect/>
              </a:stretch>
            </p:blipFill>
            <p:spPr>
              <a:xfrm>
                <a:off x="5809074" y="678754"/>
                <a:ext cx="868511" cy="806733"/>
              </a:xfrm>
              <a:prstGeom prst="rect">
                <a:avLst/>
              </a:prstGeom>
            </p:spPr>
          </p:pic>
          <p:pic>
            <p:nvPicPr>
              <p:cNvPr id="101" name="Picture 100">
                <a:extLst>
                  <a:ext uri="{FF2B5EF4-FFF2-40B4-BE49-F238E27FC236}">
                    <a16:creationId xmlns:a16="http://schemas.microsoft.com/office/drawing/2014/main" id="{8DC4022A-6850-3761-7C0C-034B59A497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rcRect b="18064"/>
              <a:stretch>
                <a:fillRect/>
              </a:stretch>
            </p:blipFill>
            <p:spPr>
              <a:xfrm>
                <a:off x="6624344" y="678754"/>
                <a:ext cx="868511" cy="806733"/>
              </a:xfrm>
              <a:prstGeom prst="rect">
                <a:avLst/>
              </a:prstGeom>
            </p:spPr>
          </p:pic>
          <p:pic>
            <p:nvPicPr>
              <p:cNvPr id="102" name="Picture 101">
                <a:extLst>
                  <a:ext uri="{FF2B5EF4-FFF2-40B4-BE49-F238E27FC236}">
                    <a16:creationId xmlns:a16="http://schemas.microsoft.com/office/drawing/2014/main" id="{6D61991E-98B2-93CD-E63E-C55B7DE3A7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rcRect b="18064"/>
              <a:stretch>
                <a:fillRect/>
              </a:stretch>
            </p:blipFill>
            <p:spPr>
              <a:xfrm>
                <a:off x="7437278" y="670926"/>
                <a:ext cx="868511" cy="806733"/>
              </a:xfrm>
              <a:prstGeom prst="rect">
                <a:avLst/>
              </a:prstGeom>
            </p:spPr>
          </p:pic>
          <p:pic>
            <p:nvPicPr>
              <p:cNvPr id="103" name="Picture 102">
                <a:extLst>
                  <a:ext uri="{FF2B5EF4-FFF2-40B4-BE49-F238E27FC236}">
                    <a16:creationId xmlns:a16="http://schemas.microsoft.com/office/drawing/2014/main" id="{04B770A9-090B-D8A8-7CA4-B7283BCEAE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rcRect b="18064"/>
              <a:stretch>
                <a:fillRect/>
              </a:stretch>
            </p:blipFill>
            <p:spPr>
              <a:xfrm>
                <a:off x="8229738" y="662458"/>
                <a:ext cx="868511" cy="806733"/>
              </a:xfrm>
              <a:prstGeom prst="rect">
                <a:avLst/>
              </a:prstGeom>
            </p:spPr>
          </p:pic>
          <p:pic>
            <p:nvPicPr>
              <p:cNvPr id="104" name="Picture 103">
                <a:extLst>
                  <a:ext uri="{FF2B5EF4-FFF2-40B4-BE49-F238E27FC236}">
                    <a16:creationId xmlns:a16="http://schemas.microsoft.com/office/drawing/2014/main" id="{25FE308D-46D9-838A-AF3B-A73649DC60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rcRect b="16568"/>
              <a:stretch>
                <a:fillRect/>
              </a:stretch>
            </p:blipFill>
            <p:spPr>
              <a:xfrm>
                <a:off x="9045895" y="653990"/>
                <a:ext cx="868511" cy="821470"/>
              </a:xfrm>
              <a:prstGeom prst="rect">
                <a:avLst/>
              </a:prstGeom>
            </p:spPr>
          </p:pic>
        </p:grpSp>
        <p:sp>
          <p:nvSpPr>
            <p:cNvPr id="98" name="Right Triangle 97">
              <a:extLst>
                <a:ext uri="{FF2B5EF4-FFF2-40B4-BE49-F238E27FC236}">
                  <a16:creationId xmlns:a16="http://schemas.microsoft.com/office/drawing/2014/main" id="{D0A2976F-0A1E-665B-07E8-52215FC5082B}"/>
                </a:ext>
              </a:extLst>
            </p:cNvPr>
            <p:cNvSpPr/>
            <p:nvPr/>
          </p:nvSpPr>
          <p:spPr>
            <a:xfrm flipH="1">
              <a:off x="5891225" y="263532"/>
              <a:ext cx="3934116" cy="444911"/>
            </a:xfrm>
            <a:prstGeom prst="rtTriangl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5F6E2572-E86D-9384-50FB-9E044889FB90}"/>
                </a:ext>
              </a:extLst>
            </p:cNvPr>
            <p:cNvSpPr txBox="1"/>
            <p:nvPr/>
          </p:nvSpPr>
          <p:spPr>
            <a:xfrm>
              <a:off x="8258144" y="389452"/>
              <a:ext cx="185800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Drug Sensitivity</a:t>
              </a:r>
            </a:p>
          </p:txBody>
        </p:sp>
      </p:grpSp>
      <p:graphicFrame>
        <p:nvGraphicFramePr>
          <p:cNvPr id="105" name="Table 104">
            <a:extLst>
              <a:ext uri="{FF2B5EF4-FFF2-40B4-BE49-F238E27FC236}">
                <a16:creationId xmlns:a16="http://schemas.microsoft.com/office/drawing/2014/main" id="{20F0623F-B246-88A2-EA3E-5F72DCF0EB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9817048"/>
              </p:ext>
            </p:extLst>
          </p:nvPr>
        </p:nvGraphicFramePr>
        <p:xfrm>
          <a:off x="6779886" y="1479564"/>
          <a:ext cx="5836697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3108">
                  <a:extLst>
                    <a:ext uri="{9D8B030D-6E8A-4147-A177-3AD203B41FA5}">
                      <a16:colId xmlns:a16="http://schemas.microsoft.com/office/drawing/2014/main" val="2567247298"/>
                    </a:ext>
                  </a:extLst>
                </a:gridCol>
                <a:gridCol w="790552">
                  <a:extLst>
                    <a:ext uri="{9D8B030D-6E8A-4147-A177-3AD203B41FA5}">
                      <a16:colId xmlns:a16="http://schemas.microsoft.com/office/drawing/2014/main" val="2177772220"/>
                    </a:ext>
                  </a:extLst>
                </a:gridCol>
                <a:gridCol w="846660">
                  <a:extLst>
                    <a:ext uri="{9D8B030D-6E8A-4147-A177-3AD203B41FA5}">
                      <a16:colId xmlns:a16="http://schemas.microsoft.com/office/drawing/2014/main" val="2753472440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1099147240"/>
                    </a:ext>
                  </a:extLst>
                </a:gridCol>
                <a:gridCol w="801188">
                  <a:extLst>
                    <a:ext uri="{9D8B030D-6E8A-4147-A177-3AD203B41FA5}">
                      <a16:colId xmlns:a16="http://schemas.microsoft.com/office/drawing/2014/main" val="389095009"/>
                    </a:ext>
                  </a:extLst>
                </a:gridCol>
                <a:gridCol w="844732">
                  <a:extLst>
                    <a:ext uri="{9D8B030D-6E8A-4147-A177-3AD203B41FA5}">
                      <a16:colId xmlns:a16="http://schemas.microsoft.com/office/drawing/2014/main" val="1109415032"/>
                    </a:ext>
                  </a:extLst>
                </a:gridCol>
                <a:gridCol w="687977">
                  <a:extLst>
                    <a:ext uri="{9D8B030D-6E8A-4147-A177-3AD203B41FA5}">
                      <a16:colId xmlns:a16="http://schemas.microsoft.com/office/drawing/2014/main" val="2717760737"/>
                    </a:ext>
                  </a:extLst>
                </a:gridCol>
              </a:tblGrid>
              <a:tr h="27605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Cat_1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Cat_2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Cat_3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Cat_4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Cat_5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</a:t>
                      </a:r>
                    </a:p>
                  </a:txBody>
                  <a:tcP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5153670"/>
                  </a:ext>
                </a:extLst>
              </a:tr>
              <a:tr h="276053">
                <a:tc>
                  <a:txBody>
                    <a:bodyPr/>
                    <a:lstStyle/>
                    <a:p>
                      <a:r>
                        <a:rPr lang="en-US" dirty="0"/>
                        <a:t>Expert 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1300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31294971"/>
                  </a:ext>
                </a:extLst>
              </a:tr>
              <a:tr h="276053">
                <a:tc>
                  <a:txBody>
                    <a:bodyPr/>
                    <a:lstStyle/>
                    <a:p>
                      <a:r>
                        <a:rPr lang="en-US" dirty="0"/>
                        <a:t>Expert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3555364"/>
                  </a:ext>
                </a:extLst>
              </a:tr>
              <a:tr h="276053">
                <a:tc>
                  <a:txBody>
                    <a:bodyPr/>
                    <a:lstStyle/>
                    <a:p>
                      <a:r>
                        <a:rPr lang="en-US" dirty="0"/>
                        <a:t>Expert 3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387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289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174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139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1300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3146192"/>
                  </a:ext>
                </a:extLst>
              </a:tr>
              <a:tr h="276053">
                <a:tc>
                  <a:txBody>
                    <a:bodyPr/>
                    <a:lstStyle/>
                    <a:p>
                      <a:r>
                        <a:rPr lang="en-US" dirty="0"/>
                        <a:t>Consensus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299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213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1267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2168098"/>
                  </a:ext>
                </a:extLst>
              </a:tr>
            </a:tbl>
          </a:graphicData>
        </a:graphic>
      </p:graphicFrame>
      <p:sp>
        <p:nvSpPr>
          <p:cNvPr id="106" name="Google Shape;92;p1">
            <a:extLst>
              <a:ext uri="{FF2B5EF4-FFF2-40B4-BE49-F238E27FC236}">
                <a16:creationId xmlns:a16="http://schemas.microsoft.com/office/drawing/2014/main" id="{55E6CC98-3B7C-629F-EF4E-B16D1B7AED55}"/>
              </a:ext>
            </a:extLst>
          </p:cNvPr>
          <p:cNvSpPr txBox="1"/>
          <p:nvPr/>
        </p:nvSpPr>
        <p:spPr>
          <a:xfrm>
            <a:off x="6468947" y="103021"/>
            <a:ext cx="667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dirty="0"/>
          </a:p>
        </p:txBody>
      </p:sp>
      <p:sp>
        <p:nvSpPr>
          <p:cNvPr id="107" name="Google Shape;93;p1">
            <a:extLst>
              <a:ext uri="{FF2B5EF4-FFF2-40B4-BE49-F238E27FC236}">
                <a16:creationId xmlns:a16="http://schemas.microsoft.com/office/drawing/2014/main" id="{1F39DEF8-E4CA-36F7-B823-2BDEDACF8325}"/>
              </a:ext>
            </a:extLst>
          </p:cNvPr>
          <p:cNvSpPr txBox="1"/>
          <p:nvPr/>
        </p:nvSpPr>
        <p:spPr>
          <a:xfrm flipH="1">
            <a:off x="13028164" y="97451"/>
            <a:ext cx="108062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dirty="0"/>
          </a:p>
        </p:txBody>
      </p:sp>
      <p:sp>
        <p:nvSpPr>
          <p:cNvPr id="108" name="Google Shape;95;p1">
            <a:extLst>
              <a:ext uri="{FF2B5EF4-FFF2-40B4-BE49-F238E27FC236}">
                <a16:creationId xmlns:a16="http://schemas.microsoft.com/office/drawing/2014/main" id="{FEC0BC8C-C0A1-DA31-7FC1-44B540225803}"/>
              </a:ext>
            </a:extLst>
          </p:cNvPr>
          <p:cNvSpPr txBox="1"/>
          <p:nvPr/>
        </p:nvSpPr>
        <p:spPr>
          <a:xfrm>
            <a:off x="18482478" y="97451"/>
            <a:ext cx="667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dirty="0"/>
          </a:p>
        </p:txBody>
      </p:sp>
      <p:sp>
        <p:nvSpPr>
          <p:cNvPr id="110" name="Google Shape;95;p1">
            <a:extLst>
              <a:ext uri="{FF2B5EF4-FFF2-40B4-BE49-F238E27FC236}">
                <a16:creationId xmlns:a16="http://schemas.microsoft.com/office/drawing/2014/main" id="{31C98E1C-CDFE-D09D-A175-4797027519D6}"/>
              </a:ext>
            </a:extLst>
          </p:cNvPr>
          <p:cNvSpPr txBox="1"/>
          <p:nvPr/>
        </p:nvSpPr>
        <p:spPr>
          <a:xfrm>
            <a:off x="6836184" y="3460375"/>
            <a:ext cx="66726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</a:rPr>
              <a:t>e</a:t>
            </a:r>
            <a:endParaRPr dirty="0"/>
          </a:p>
        </p:txBody>
      </p:sp>
      <p:sp>
        <p:nvSpPr>
          <p:cNvPr id="111" name="Google Shape;95;p1">
            <a:extLst>
              <a:ext uri="{FF2B5EF4-FFF2-40B4-BE49-F238E27FC236}">
                <a16:creationId xmlns:a16="http://schemas.microsoft.com/office/drawing/2014/main" id="{E48CE2D4-ED5B-783B-B282-0A26DD36AF07}"/>
              </a:ext>
            </a:extLst>
          </p:cNvPr>
          <p:cNvSpPr txBox="1"/>
          <p:nvPr/>
        </p:nvSpPr>
        <p:spPr>
          <a:xfrm>
            <a:off x="16012481" y="3460334"/>
            <a:ext cx="66726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</a:rPr>
              <a:t>f</a:t>
            </a:r>
            <a:endParaRPr dirty="0"/>
          </a:p>
        </p:txBody>
      </p:sp>
      <p:sp>
        <p:nvSpPr>
          <p:cNvPr id="116" name="Google Shape;95;p1">
            <a:extLst>
              <a:ext uri="{FF2B5EF4-FFF2-40B4-BE49-F238E27FC236}">
                <a16:creationId xmlns:a16="http://schemas.microsoft.com/office/drawing/2014/main" id="{3305D225-37EE-7774-110B-A5AF25DAE9E1}"/>
              </a:ext>
            </a:extLst>
          </p:cNvPr>
          <p:cNvSpPr txBox="1"/>
          <p:nvPr/>
        </p:nvSpPr>
        <p:spPr>
          <a:xfrm>
            <a:off x="6836183" y="7124676"/>
            <a:ext cx="66726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</a:rPr>
              <a:t>g</a:t>
            </a:r>
            <a:endParaRPr dirty="0"/>
          </a:p>
        </p:txBody>
      </p:sp>
      <p:pic>
        <p:nvPicPr>
          <p:cNvPr id="123" name="Picture 122">
            <a:extLst>
              <a:ext uri="{FF2B5EF4-FFF2-40B4-BE49-F238E27FC236}">
                <a16:creationId xmlns:a16="http://schemas.microsoft.com/office/drawing/2014/main" id="{061302A0-3CB8-37B0-BDDB-C1C8A8A82CE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93777" y="7298689"/>
            <a:ext cx="11134018" cy="26183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4F4FE2-CCCA-8282-18AF-A50038DE9A5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69275" y="3537464"/>
            <a:ext cx="7728834" cy="34748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1696</TotalTime>
  <Words>57</Words>
  <Application>Microsoft Macintosh PowerPoint</Application>
  <PresentationFormat>Custom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Play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Feng, Guanqiao</dc:creator>
  <cp:lastModifiedBy>Feng, Guanqiao</cp:lastModifiedBy>
  <cp:revision>21</cp:revision>
  <dcterms:created xsi:type="dcterms:W3CDTF">2026-03-17T17:54:26Z</dcterms:created>
  <dcterms:modified xsi:type="dcterms:W3CDTF">2026-07-31T18:53:48Z</dcterms:modified>
</cp:coreProperties>
</file>