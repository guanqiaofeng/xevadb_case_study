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6858000" cy="9144000" type="letter"/>
  <p:notesSz cx="6858000" cy="9144000"/>
  <p:embeddedFontLst>
    <p:embeddedFont>
      <p:font typeface="Play" pitchFamily="2" charset="0"/>
      <p:regular r:id="rId4"/>
      <p:bold r:id="rId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 roundtripDataSignature="AMtx7mhfnrVQrRcpZDcEMkrk0w6Yo+xww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99"/>
    <p:restoredTop sz="94639"/>
  </p:normalViewPr>
  <p:slideViewPr>
    <p:cSldViewPr snapToGrid="0">
      <p:cViewPr>
        <p:scale>
          <a:sx n="207" d="100"/>
          <a:sy n="207" d="100"/>
        </p:scale>
        <p:origin x="1312"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customschemas.google.com/relationships/presentationmetadata" Target="metadata"/><Relationship Id="rId3"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heme" Target="theme/theme1.xml"/><Relationship Id="rId5" Type="http://schemas.openxmlformats.org/officeDocument/2006/relationships/font" Target="fonts/font2.fntdata"/><Relationship Id="rId10" Type="http://schemas.openxmlformats.org/officeDocument/2006/relationships/viewProps" Target="viewProps.xml"/><Relationship Id="rId4" Type="http://schemas.openxmlformats.org/officeDocument/2006/relationships/font" Target="fonts/font1.fntdata"/><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761"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857250" y="1496486"/>
            <a:ext cx="51435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929"/>
              <a:buFont typeface="Play"/>
              <a:buNone/>
              <a:defRPr sz="692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857250" y="4802718"/>
            <a:ext cx="5143500" cy="220768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155"/>
              </a:spcBef>
              <a:spcAft>
                <a:spcPts val="0"/>
              </a:spcAft>
              <a:buClr>
                <a:schemeClr val="dk1"/>
              </a:buClr>
              <a:buSzPts val="2772"/>
              <a:buNone/>
              <a:defRPr sz="2772"/>
            </a:lvl1pPr>
            <a:lvl2pPr lvl="1" algn="ctr">
              <a:lnSpc>
                <a:spcPct val="90000"/>
              </a:lnSpc>
              <a:spcBef>
                <a:spcPts val="577"/>
              </a:spcBef>
              <a:spcAft>
                <a:spcPts val="0"/>
              </a:spcAft>
              <a:buClr>
                <a:schemeClr val="dk1"/>
              </a:buClr>
              <a:buSzPts val="2310"/>
              <a:buNone/>
              <a:defRPr sz="2310"/>
            </a:lvl2pPr>
            <a:lvl3pPr lvl="2" algn="ctr">
              <a:lnSpc>
                <a:spcPct val="90000"/>
              </a:lnSpc>
              <a:spcBef>
                <a:spcPts val="577"/>
              </a:spcBef>
              <a:spcAft>
                <a:spcPts val="0"/>
              </a:spcAft>
              <a:buClr>
                <a:schemeClr val="dk1"/>
              </a:buClr>
              <a:buSzPts val="2079"/>
              <a:buNone/>
              <a:defRPr sz="2079"/>
            </a:lvl3pPr>
            <a:lvl4pPr lvl="3" algn="ctr">
              <a:lnSpc>
                <a:spcPct val="90000"/>
              </a:lnSpc>
              <a:spcBef>
                <a:spcPts val="577"/>
              </a:spcBef>
              <a:spcAft>
                <a:spcPts val="0"/>
              </a:spcAft>
              <a:buClr>
                <a:schemeClr val="dk1"/>
              </a:buClr>
              <a:buSzPts val="1848"/>
              <a:buNone/>
              <a:defRPr sz="1848"/>
            </a:lvl4pPr>
            <a:lvl5pPr lvl="4" algn="ctr">
              <a:lnSpc>
                <a:spcPct val="90000"/>
              </a:lnSpc>
              <a:spcBef>
                <a:spcPts val="577"/>
              </a:spcBef>
              <a:spcAft>
                <a:spcPts val="0"/>
              </a:spcAft>
              <a:buClr>
                <a:schemeClr val="dk1"/>
              </a:buClr>
              <a:buSzPts val="1848"/>
              <a:buNone/>
              <a:defRPr sz="1848"/>
            </a:lvl5pPr>
            <a:lvl6pPr lvl="5" algn="ctr">
              <a:lnSpc>
                <a:spcPct val="90000"/>
              </a:lnSpc>
              <a:spcBef>
                <a:spcPts val="577"/>
              </a:spcBef>
              <a:spcAft>
                <a:spcPts val="0"/>
              </a:spcAft>
              <a:buClr>
                <a:schemeClr val="dk1"/>
              </a:buClr>
              <a:buSzPts val="1848"/>
              <a:buNone/>
              <a:defRPr sz="1848"/>
            </a:lvl6pPr>
            <a:lvl7pPr lvl="6" algn="ctr">
              <a:lnSpc>
                <a:spcPct val="90000"/>
              </a:lnSpc>
              <a:spcBef>
                <a:spcPts val="577"/>
              </a:spcBef>
              <a:spcAft>
                <a:spcPts val="0"/>
              </a:spcAft>
              <a:buClr>
                <a:schemeClr val="dk1"/>
              </a:buClr>
              <a:buSzPts val="1848"/>
              <a:buNone/>
              <a:defRPr sz="1848"/>
            </a:lvl7pPr>
            <a:lvl8pPr lvl="7" algn="ctr">
              <a:lnSpc>
                <a:spcPct val="90000"/>
              </a:lnSpc>
              <a:spcBef>
                <a:spcPts val="577"/>
              </a:spcBef>
              <a:spcAft>
                <a:spcPts val="0"/>
              </a:spcAft>
              <a:buClr>
                <a:schemeClr val="dk1"/>
              </a:buClr>
              <a:buSzPts val="1848"/>
              <a:buNone/>
              <a:defRPr sz="1848"/>
            </a:lvl8pPr>
            <a:lvl9pPr lvl="8" algn="ctr">
              <a:lnSpc>
                <a:spcPct val="90000"/>
              </a:lnSpc>
              <a:spcBef>
                <a:spcPts val="577"/>
              </a:spcBef>
              <a:spcAft>
                <a:spcPts val="0"/>
              </a:spcAft>
              <a:buClr>
                <a:schemeClr val="dk1"/>
              </a:buClr>
              <a:buSzPts val="1848"/>
              <a:buNone/>
              <a:defRPr sz="1848"/>
            </a:lvl9pPr>
          </a:lstStyle>
          <a:p>
            <a:endParaRPr/>
          </a:p>
        </p:txBody>
      </p:sp>
      <p:sp>
        <p:nvSpPr>
          <p:cNvPr id="18" name="Google Shape;18;p3"/>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71488" y="2434168"/>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929"/>
              <a:buFont typeface="Play"/>
              <a:buNone/>
              <a:defRPr sz="692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467916" y="6119284"/>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155"/>
              </a:spcBef>
              <a:spcAft>
                <a:spcPts val="0"/>
              </a:spcAft>
              <a:buClr>
                <a:srgbClr val="757575"/>
              </a:buClr>
              <a:buSzPts val="2772"/>
              <a:buNone/>
              <a:defRPr sz="2772">
                <a:solidFill>
                  <a:srgbClr val="757575"/>
                </a:solidFill>
              </a:defRPr>
            </a:lvl1pPr>
            <a:lvl2pPr marL="914400" lvl="1" indent="-228600" algn="l">
              <a:lnSpc>
                <a:spcPct val="90000"/>
              </a:lnSpc>
              <a:spcBef>
                <a:spcPts val="577"/>
              </a:spcBef>
              <a:spcAft>
                <a:spcPts val="0"/>
              </a:spcAft>
              <a:buClr>
                <a:srgbClr val="757575"/>
              </a:buClr>
              <a:buSzPts val="2310"/>
              <a:buNone/>
              <a:defRPr sz="2310">
                <a:solidFill>
                  <a:srgbClr val="757575"/>
                </a:solidFill>
              </a:defRPr>
            </a:lvl2pPr>
            <a:lvl3pPr marL="1371600" lvl="2" indent="-228600" algn="l">
              <a:lnSpc>
                <a:spcPct val="90000"/>
              </a:lnSpc>
              <a:spcBef>
                <a:spcPts val="577"/>
              </a:spcBef>
              <a:spcAft>
                <a:spcPts val="0"/>
              </a:spcAft>
              <a:buClr>
                <a:srgbClr val="757575"/>
              </a:buClr>
              <a:buSzPts val="2079"/>
              <a:buNone/>
              <a:defRPr sz="2079">
                <a:solidFill>
                  <a:srgbClr val="757575"/>
                </a:solidFill>
              </a:defRPr>
            </a:lvl3pPr>
            <a:lvl4pPr marL="1828800" lvl="3" indent="-228600" algn="l">
              <a:lnSpc>
                <a:spcPct val="90000"/>
              </a:lnSpc>
              <a:spcBef>
                <a:spcPts val="577"/>
              </a:spcBef>
              <a:spcAft>
                <a:spcPts val="0"/>
              </a:spcAft>
              <a:buClr>
                <a:srgbClr val="757575"/>
              </a:buClr>
              <a:buSzPts val="1848"/>
              <a:buNone/>
              <a:defRPr sz="1848">
                <a:solidFill>
                  <a:srgbClr val="757575"/>
                </a:solidFill>
              </a:defRPr>
            </a:lvl4pPr>
            <a:lvl5pPr marL="2286000" lvl="4" indent="-228600" algn="l">
              <a:lnSpc>
                <a:spcPct val="90000"/>
              </a:lnSpc>
              <a:spcBef>
                <a:spcPts val="577"/>
              </a:spcBef>
              <a:spcAft>
                <a:spcPts val="0"/>
              </a:spcAft>
              <a:buClr>
                <a:srgbClr val="757575"/>
              </a:buClr>
              <a:buSzPts val="1848"/>
              <a:buNone/>
              <a:defRPr sz="1848">
                <a:solidFill>
                  <a:srgbClr val="757575"/>
                </a:solidFill>
              </a:defRPr>
            </a:lvl5pPr>
            <a:lvl6pPr marL="2743200" lvl="5" indent="-228600" algn="l">
              <a:lnSpc>
                <a:spcPct val="90000"/>
              </a:lnSpc>
              <a:spcBef>
                <a:spcPts val="577"/>
              </a:spcBef>
              <a:spcAft>
                <a:spcPts val="0"/>
              </a:spcAft>
              <a:buClr>
                <a:srgbClr val="757575"/>
              </a:buClr>
              <a:buSzPts val="1848"/>
              <a:buNone/>
              <a:defRPr sz="1848">
                <a:solidFill>
                  <a:srgbClr val="757575"/>
                </a:solidFill>
              </a:defRPr>
            </a:lvl6pPr>
            <a:lvl7pPr marL="3200400" lvl="6" indent="-228600" algn="l">
              <a:lnSpc>
                <a:spcPct val="90000"/>
              </a:lnSpc>
              <a:spcBef>
                <a:spcPts val="577"/>
              </a:spcBef>
              <a:spcAft>
                <a:spcPts val="0"/>
              </a:spcAft>
              <a:buClr>
                <a:srgbClr val="757575"/>
              </a:buClr>
              <a:buSzPts val="1848"/>
              <a:buNone/>
              <a:defRPr sz="1848">
                <a:solidFill>
                  <a:srgbClr val="757575"/>
                </a:solidFill>
              </a:defRPr>
            </a:lvl7pPr>
            <a:lvl8pPr marL="3657600" lvl="7" indent="-228600" algn="l">
              <a:lnSpc>
                <a:spcPct val="90000"/>
              </a:lnSpc>
              <a:spcBef>
                <a:spcPts val="577"/>
              </a:spcBef>
              <a:spcAft>
                <a:spcPts val="0"/>
              </a:spcAft>
              <a:buClr>
                <a:srgbClr val="757575"/>
              </a:buClr>
              <a:buSzPts val="1848"/>
              <a:buNone/>
              <a:defRPr sz="1848">
                <a:solidFill>
                  <a:srgbClr val="757575"/>
                </a:solidFill>
              </a:defRPr>
            </a:lvl8pPr>
            <a:lvl9pPr marL="4114800" lvl="8" indent="-228600" algn="l">
              <a:lnSpc>
                <a:spcPct val="90000"/>
              </a:lnSpc>
              <a:spcBef>
                <a:spcPts val="577"/>
              </a:spcBef>
              <a:spcAft>
                <a:spcPts val="0"/>
              </a:spcAft>
              <a:buClr>
                <a:srgbClr val="757575"/>
              </a:buClr>
              <a:buSzPts val="1848"/>
              <a:buNone/>
              <a:defRPr sz="1848">
                <a:solidFill>
                  <a:srgbClr val="757575"/>
                </a:solidFill>
              </a:defRPr>
            </a:lvl9pPr>
          </a:lstStyle>
          <a:p>
            <a:endParaRPr/>
          </a:p>
        </p:txBody>
      </p:sp>
      <p:sp>
        <p:nvSpPr>
          <p:cNvPr id="30" name="Google Shape;30;p5"/>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71488" y="2434168"/>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36" name="Google Shape;36;p6"/>
          <p:cNvSpPr txBox="1">
            <a:spLocks noGrp="1"/>
          </p:cNvSpPr>
          <p:nvPr>
            <p:ph type="body" idx="2"/>
          </p:nvPr>
        </p:nvSpPr>
        <p:spPr>
          <a:xfrm>
            <a:off x="3471862" y="2434168"/>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37" name="Google Shape;37;p6"/>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155"/>
              </a:spcBef>
              <a:spcAft>
                <a:spcPts val="0"/>
              </a:spcAft>
              <a:buClr>
                <a:schemeClr val="dk1"/>
              </a:buClr>
              <a:buSzPts val="2772"/>
              <a:buNone/>
              <a:defRPr sz="2772" b="1"/>
            </a:lvl1pPr>
            <a:lvl2pPr marL="914400" lvl="1" indent="-228600" algn="l">
              <a:lnSpc>
                <a:spcPct val="90000"/>
              </a:lnSpc>
              <a:spcBef>
                <a:spcPts val="577"/>
              </a:spcBef>
              <a:spcAft>
                <a:spcPts val="0"/>
              </a:spcAft>
              <a:buClr>
                <a:schemeClr val="dk1"/>
              </a:buClr>
              <a:buSzPts val="2310"/>
              <a:buNone/>
              <a:defRPr sz="2310" b="1"/>
            </a:lvl2pPr>
            <a:lvl3pPr marL="1371600" lvl="2" indent="-228600" algn="l">
              <a:lnSpc>
                <a:spcPct val="90000"/>
              </a:lnSpc>
              <a:spcBef>
                <a:spcPts val="577"/>
              </a:spcBef>
              <a:spcAft>
                <a:spcPts val="0"/>
              </a:spcAft>
              <a:buClr>
                <a:schemeClr val="dk1"/>
              </a:buClr>
              <a:buSzPts val="2079"/>
              <a:buNone/>
              <a:defRPr sz="2079" b="1"/>
            </a:lvl3pPr>
            <a:lvl4pPr marL="1828800" lvl="3" indent="-228600" algn="l">
              <a:lnSpc>
                <a:spcPct val="90000"/>
              </a:lnSpc>
              <a:spcBef>
                <a:spcPts val="577"/>
              </a:spcBef>
              <a:spcAft>
                <a:spcPts val="0"/>
              </a:spcAft>
              <a:buClr>
                <a:schemeClr val="dk1"/>
              </a:buClr>
              <a:buSzPts val="1848"/>
              <a:buNone/>
              <a:defRPr sz="1848" b="1"/>
            </a:lvl4pPr>
            <a:lvl5pPr marL="2286000" lvl="4" indent="-228600" algn="l">
              <a:lnSpc>
                <a:spcPct val="90000"/>
              </a:lnSpc>
              <a:spcBef>
                <a:spcPts val="577"/>
              </a:spcBef>
              <a:spcAft>
                <a:spcPts val="0"/>
              </a:spcAft>
              <a:buClr>
                <a:schemeClr val="dk1"/>
              </a:buClr>
              <a:buSzPts val="1848"/>
              <a:buNone/>
              <a:defRPr sz="1848" b="1"/>
            </a:lvl5pPr>
            <a:lvl6pPr marL="2743200" lvl="5" indent="-228600" algn="l">
              <a:lnSpc>
                <a:spcPct val="90000"/>
              </a:lnSpc>
              <a:spcBef>
                <a:spcPts val="577"/>
              </a:spcBef>
              <a:spcAft>
                <a:spcPts val="0"/>
              </a:spcAft>
              <a:buClr>
                <a:schemeClr val="dk1"/>
              </a:buClr>
              <a:buSzPts val="1848"/>
              <a:buNone/>
              <a:defRPr sz="1848" b="1"/>
            </a:lvl6pPr>
            <a:lvl7pPr marL="3200400" lvl="6" indent="-228600" algn="l">
              <a:lnSpc>
                <a:spcPct val="90000"/>
              </a:lnSpc>
              <a:spcBef>
                <a:spcPts val="577"/>
              </a:spcBef>
              <a:spcAft>
                <a:spcPts val="0"/>
              </a:spcAft>
              <a:buClr>
                <a:schemeClr val="dk1"/>
              </a:buClr>
              <a:buSzPts val="1848"/>
              <a:buNone/>
              <a:defRPr sz="1848" b="1"/>
            </a:lvl7pPr>
            <a:lvl8pPr marL="3657600" lvl="7" indent="-228600" algn="l">
              <a:lnSpc>
                <a:spcPct val="90000"/>
              </a:lnSpc>
              <a:spcBef>
                <a:spcPts val="577"/>
              </a:spcBef>
              <a:spcAft>
                <a:spcPts val="0"/>
              </a:spcAft>
              <a:buClr>
                <a:schemeClr val="dk1"/>
              </a:buClr>
              <a:buSzPts val="1848"/>
              <a:buNone/>
              <a:defRPr sz="1848" b="1"/>
            </a:lvl8pPr>
            <a:lvl9pPr marL="4114800" lvl="8" indent="-228600" algn="l">
              <a:lnSpc>
                <a:spcPct val="90000"/>
              </a:lnSpc>
              <a:spcBef>
                <a:spcPts val="577"/>
              </a:spcBef>
              <a:spcAft>
                <a:spcPts val="0"/>
              </a:spcAft>
              <a:buClr>
                <a:schemeClr val="dk1"/>
              </a:buClr>
              <a:buSzPts val="1848"/>
              <a:buNone/>
              <a:defRPr sz="1848" b="1"/>
            </a:lvl9pPr>
          </a:lstStyle>
          <a:p>
            <a:endParaRPr/>
          </a:p>
        </p:txBody>
      </p:sp>
      <p:sp>
        <p:nvSpPr>
          <p:cNvPr id="43" name="Google Shape;43;p7"/>
          <p:cNvSpPr txBox="1">
            <a:spLocks noGrp="1"/>
          </p:cNvSpPr>
          <p:nvPr>
            <p:ph type="body" idx="2"/>
          </p:nvPr>
        </p:nvSpPr>
        <p:spPr>
          <a:xfrm>
            <a:off x="472381" y="3340100"/>
            <a:ext cx="2901255" cy="491278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44" name="Google Shape;44;p7"/>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155"/>
              </a:spcBef>
              <a:spcAft>
                <a:spcPts val="0"/>
              </a:spcAft>
              <a:buClr>
                <a:schemeClr val="dk1"/>
              </a:buClr>
              <a:buSzPts val="2772"/>
              <a:buNone/>
              <a:defRPr sz="2772" b="1"/>
            </a:lvl1pPr>
            <a:lvl2pPr marL="914400" lvl="1" indent="-228600" algn="l">
              <a:lnSpc>
                <a:spcPct val="90000"/>
              </a:lnSpc>
              <a:spcBef>
                <a:spcPts val="577"/>
              </a:spcBef>
              <a:spcAft>
                <a:spcPts val="0"/>
              </a:spcAft>
              <a:buClr>
                <a:schemeClr val="dk1"/>
              </a:buClr>
              <a:buSzPts val="2310"/>
              <a:buNone/>
              <a:defRPr sz="2310" b="1"/>
            </a:lvl2pPr>
            <a:lvl3pPr marL="1371600" lvl="2" indent="-228600" algn="l">
              <a:lnSpc>
                <a:spcPct val="90000"/>
              </a:lnSpc>
              <a:spcBef>
                <a:spcPts val="577"/>
              </a:spcBef>
              <a:spcAft>
                <a:spcPts val="0"/>
              </a:spcAft>
              <a:buClr>
                <a:schemeClr val="dk1"/>
              </a:buClr>
              <a:buSzPts val="2079"/>
              <a:buNone/>
              <a:defRPr sz="2079" b="1"/>
            </a:lvl3pPr>
            <a:lvl4pPr marL="1828800" lvl="3" indent="-228600" algn="l">
              <a:lnSpc>
                <a:spcPct val="90000"/>
              </a:lnSpc>
              <a:spcBef>
                <a:spcPts val="577"/>
              </a:spcBef>
              <a:spcAft>
                <a:spcPts val="0"/>
              </a:spcAft>
              <a:buClr>
                <a:schemeClr val="dk1"/>
              </a:buClr>
              <a:buSzPts val="1848"/>
              <a:buNone/>
              <a:defRPr sz="1848" b="1"/>
            </a:lvl4pPr>
            <a:lvl5pPr marL="2286000" lvl="4" indent="-228600" algn="l">
              <a:lnSpc>
                <a:spcPct val="90000"/>
              </a:lnSpc>
              <a:spcBef>
                <a:spcPts val="577"/>
              </a:spcBef>
              <a:spcAft>
                <a:spcPts val="0"/>
              </a:spcAft>
              <a:buClr>
                <a:schemeClr val="dk1"/>
              </a:buClr>
              <a:buSzPts val="1848"/>
              <a:buNone/>
              <a:defRPr sz="1848" b="1"/>
            </a:lvl5pPr>
            <a:lvl6pPr marL="2743200" lvl="5" indent="-228600" algn="l">
              <a:lnSpc>
                <a:spcPct val="90000"/>
              </a:lnSpc>
              <a:spcBef>
                <a:spcPts val="577"/>
              </a:spcBef>
              <a:spcAft>
                <a:spcPts val="0"/>
              </a:spcAft>
              <a:buClr>
                <a:schemeClr val="dk1"/>
              </a:buClr>
              <a:buSzPts val="1848"/>
              <a:buNone/>
              <a:defRPr sz="1848" b="1"/>
            </a:lvl6pPr>
            <a:lvl7pPr marL="3200400" lvl="6" indent="-228600" algn="l">
              <a:lnSpc>
                <a:spcPct val="90000"/>
              </a:lnSpc>
              <a:spcBef>
                <a:spcPts val="577"/>
              </a:spcBef>
              <a:spcAft>
                <a:spcPts val="0"/>
              </a:spcAft>
              <a:buClr>
                <a:schemeClr val="dk1"/>
              </a:buClr>
              <a:buSzPts val="1848"/>
              <a:buNone/>
              <a:defRPr sz="1848" b="1"/>
            </a:lvl7pPr>
            <a:lvl8pPr marL="3657600" lvl="7" indent="-228600" algn="l">
              <a:lnSpc>
                <a:spcPct val="90000"/>
              </a:lnSpc>
              <a:spcBef>
                <a:spcPts val="577"/>
              </a:spcBef>
              <a:spcAft>
                <a:spcPts val="0"/>
              </a:spcAft>
              <a:buClr>
                <a:schemeClr val="dk1"/>
              </a:buClr>
              <a:buSzPts val="1848"/>
              <a:buNone/>
              <a:defRPr sz="1848" b="1"/>
            </a:lvl8pPr>
            <a:lvl9pPr marL="4114800" lvl="8" indent="-228600" algn="l">
              <a:lnSpc>
                <a:spcPct val="90000"/>
              </a:lnSpc>
              <a:spcBef>
                <a:spcPts val="577"/>
              </a:spcBef>
              <a:spcAft>
                <a:spcPts val="0"/>
              </a:spcAft>
              <a:buClr>
                <a:schemeClr val="dk1"/>
              </a:buClr>
              <a:buSzPts val="1848"/>
              <a:buNone/>
              <a:defRPr sz="1848" b="1"/>
            </a:lvl9pPr>
          </a:lstStyle>
          <a:p>
            <a:endParaRPr/>
          </a:p>
        </p:txBody>
      </p:sp>
      <p:sp>
        <p:nvSpPr>
          <p:cNvPr id="45" name="Google Shape;45;p7"/>
          <p:cNvSpPr txBox="1">
            <a:spLocks noGrp="1"/>
          </p:cNvSpPr>
          <p:nvPr>
            <p:ph type="body" idx="4"/>
          </p:nvPr>
        </p:nvSpPr>
        <p:spPr>
          <a:xfrm>
            <a:off x="3471863" y="3340100"/>
            <a:ext cx="2915543" cy="491278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472381" y="609600"/>
            <a:ext cx="2211883"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696"/>
              <a:buFont typeface="Play"/>
              <a:buNone/>
              <a:defRPr sz="3696"/>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2915544" y="1316569"/>
            <a:ext cx="3471862" cy="6498166"/>
          </a:xfrm>
          <a:prstGeom prst="rect">
            <a:avLst/>
          </a:prstGeom>
          <a:noFill/>
          <a:ln>
            <a:noFill/>
          </a:ln>
        </p:spPr>
        <p:txBody>
          <a:bodyPr spcFirstLastPara="1" wrap="square" lIns="91425" tIns="45700" rIns="91425" bIns="45700" anchor="t" anchorCtr="0">
            <a:normAutofit/>
          </a:bodyPr>
          <a:lstStyle>
            <a:lvl1pPr marL="457200" lvl="0" indent="-463296" algn="l">
              <a:lnSpc>
                <a:spcPct val="90000"/>
              </a:lnSpc>
              <a:spcBef>
                <a:spcPts val="1155"/>
              </a:spcBef>
              <a:spcAft>
                <a:spcPts val="0"/>
              </a:spcAft>
              <a:buClr>
                <a:schemeClr val="dk1"/>
              </a:buClr>
              <a:buSzPts val="3696"/>
              <a:buChar char="•"/>
              <a:defRPr sz="3696"/>
            </a:lvl1pPr>
            <a:lvl2pPr marL="914400" lvl="1" indent="-433959" algn="l">
              <a:lnSpc>
                <a:spcPct val="90000"/>
              </a:lnSpc>
              <a:spcBef>
                <a:spcPts val="577"/>
              </a:spcBef>
              <a:spcAft>
                <a:spcPts val="0"/>
              </a:spcAft>
              <a:buClr>
                <a:schemeClr val="dk1"/>
              </a:buClr>
              <a:buSzPts val="3234"/>
              <a:buChar char="•"/>
              <a:defRPr sz="3234"/>
            </a:lvl2pPr>
            <a:lvl3pPr marL="1371600" lvl="2" indent="-404622" algn="l">
              <a:lnSpc>
                <a:spcPct val="90000"/>
              </a:lnSpc>
              <a:spcBef>
                <a:spcPts val="577"/>
              </a:spcBef>
              <a:spcAft>
                <a:spcPts val="0"/>
              </a:spcAft>
              <a:buClr>
                <a:schemeClr val="dk1"/>
              </a:buClr>
              <a:buSzPts val="2772"/>
              <a:buChar char="•"/>
              <a:defRPr sz="2772"/>
            </a:lvl3pPr>
            <a:lvl4pPr marL="1828800" lvl="3" indent="-375285" algn="l">
              <a:lnSpc>
                <a:spcPct val="90000"/>
              </a:lnSpc>
              <a:spcBef>
                <a:spcPts val="577"/>
              </a:spcBef>
              <a:spcAft>
                <a:spcPts val="0"/>
              </a:spcAft>
              <a:buClr>
                <a:schemeClr val="dk1"/>
              </a:buClr>
              <a:buSzPts val="2310"/>
              <a:buChar char="•"/>
              <a:defRPr sz="2310"/>
            </a:lvl4pPr>
            <a:lvl5pPr marL="2286000" lvl="4" indent="-375285" algn="l">
              <a:lnSpc>
                <a:spcPct val="90000"/>
              </a:lnSpc>
              <a:spcBef>
                <a:spcPts val="577"/>
              </a:spcBef>
              <a:spcAft>
                <a:spcPts val="0"/>
              </a:spcAft>
              <a:buClr>
                <a:schemeClr val="dk1"/>
              </a:buClr>
              <a:buSzPts val="2310"/>
              <a:buChar char="•"/>
              <a:defRPr sz="2310"/>
            </a:lvl5pPr>
            <a:lvl6pPr marL="2743200" lvl="5" indent="-375285" algn="l">
              <a:lnSpc>
                <a:spcPct val="90000"/>
              </a:lnSpc>
              <a:spcBef>
                <a:spcPts val="577"/>
              </a:spcBef>
              <a:spcAft>
                <a:spcPts val="0"/>
              </a:spcAft>
              <a:buClr>
                <a:schemeClr val="dk1"/>
              </a:buClr>
              <a:buSzPts val="2310"/>
              <a:buChar char="•"/>
              <a:defRPr sz="2310"/>
            </a:lvl6pPr>
            <a:lvl7pPr marL="3200400" lvl="6" indent="-375285" algn="l">
              <a:lnSpc>
                <a:spcPct val="90000"/>
              </a:lnSpc>
              <a:spcBef>
                <a:spcPts val="577"/>
              </a:spcBef>
              <a:spcAft>
                <a:spcPts val="0"/>
              </a:spcAft>
              <a:buClr>
                <a:schemeClr val="dk1"/>
              </a:buClr>
              <a:buSzPts val="2310"/>
              <a:buChar char="•"/>
              <a:defRPr sz="2310"/>
            </a:lvl7pPr>
            <a:lvl8pPr marL="3657600" lvl="7" indent="-375285" algn="l">
              <a:lnSpc>
                <a:spcPct val="90000"/>
              </a:lnSpc>
              <a:spcBef>
                <a:spcPts val="577"/>
              </a:spcBef>
              <a:spcAft>
                <a:spcPts val="0"/>
              </a:spcAft>
              <a:buClr>
                <a:schemeClr val="dk1"/>
              </a:buClr>
              <a:buSzPts val="2310"/>
              <a:buChar char="•"/>
              <a:defRPr sz="2310"/>
            </a:lvl8pPr>
            <a:lvl9pPr marL="4114800" lvl="8" indent="-375285" algn="l">
              <a:lnSpc>
                <a:spcPct val="90000"/>
              </a:lnSpc>
              <a:spcBef>
                <a:spcPts val="577"/>
              </a:spcBef>
              <a:spcAft>
                <a:spcPts val="0"/>
              </a:spcAft>
              <a:buClr>
                <a:schemeClr val="dk1"/>
              </a:buClr>
              <a:buSzPts val="2310"/>
              <a:buChar char="•"/>
              <a:defRPr sz="2310"/>
            </a:lvl9pPr>
          </a:lstStyle>
          <a:p>
            <a:endParaRPr/>
          </a:p>
        </p:txBody>
      </p:sp>
      <p:sp>
        <p:nvSpPr>
          <p:cNvPr id="61" name="Google Shape;61;p10"/>
          <p:cNvSpPr txBox="1">
            <a:spLocks noGrp="1"/>
          </p:cNvSpPr>
          <p:nvPr>
            <p:ph type="body" idx="2"/>
          </p:nvPr>
        </p:nvSpPr>
        <p:spPr>
          <a:xfrm>
            <a:off x="472381" y="2743202"/>
            <a:ext cx="2211883"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155"/>
              </a:spcBef>
              <a:spcAft>
                <a:spcPts val="0"/>
              </a:spcAft>
              <a:buClr>
                <a:schemeClr val="dk1"/>
              </a:buClr>
              <a:buSzPts val="1848"/>
              <a:buNone/>
              <a:defRPr sz="1848"/>
            </a:lvl1pPr>
            <a:lvl2pPr marL="914400" lvl="1" indent="-228600" algn="l">
              <a:lnSpc>
                <a:spcPct val="90000"/>
              </a:lnSpc>
              <a:spcBef>
                <a:spcPts val="577"/>
              </a:spcBef>
              <a:spcAft>
                <a:spcPts val="0"/>
              </a:spcAft>
              <a:buClr>
                <a:schemeClr val="dk1"/>
              </a:buClr>
              <a:buSzPts val="1617"/>
              <a:buNone/>
              <a:defRPr sz="1617"/>
            </a:lvl2pPr>
            <a:lvl3pPr marL="1371600" lvl="2" indent="-228600" algn="l">
              <a:lnSpc>
                <a:spcPct val="90000"/>
              </a:lnSpc>
              <a:spcBef>
                <a:spcPts val="577"/>
              </a:spcBef>
              <a:spcAft>
                <a:spcPts val="0"/>
              </a:spcAft>
              <a:buClr>
                <a:schemeClr val="dk1"/>
              </a:buClr>
              <a:buSzPts val="1386"/>
              <a:buNone/>
              <a:defRPr sz="1386"/>
            </a:lvl3pPr>
            <a:lvl4pPr marL="1828800" lvl="3" indent="-228600" algn="l">
              <a:lnSpc>
                <a:spcPct val="90000"/>
              </a:lnSpc>
              <a:spcBef>
                <a:spcPts val="577"/>
              </a:spcBef>
              <a:spcAft>
                <a:spcPts val="0"/>
              </a:spcAft>
              <a:buClr>
                <a:schemeClr val="dk1"/>
              </a:buClr>
              <a:buSzPts val="1155"/>
              <a:buNone/>
              <a:defRPr sz="1155"/>
            </a:lvl4pPr>
            <a:lvl5pPr marL="2286000" lvl="4" indent="-228600" algn="l">
              <a:lnSpc>
                <a:spcPct val="90000"/>
              </a:lnSpc>
              <a:spcBef>
                <a:spcPts val="577"/>
              </a:spcBef>
              <a:spcAft>
                <a:spcPts val="0"/>
              </a:spcAft>
              <a:buClr>
                <a:schemeClr val="dk1"/>
              </a:buClr>
              <a:buSzPts val="1155"/>
              <a:buNone/>
              <a:defRPr sz="1155"/>
            </a:lvl5pPr>
            <a:lvl6pPr marL="2743200" lvl="5" indent="-228600" algn="l">
              <a:lnSpc>
                <a:spcPct val="90000"/>
              </a:lnSpc>
              <a:spcBef>
                <a:spcPts val="577"/>
              </a:spcBef>
              <a:spcAft>
                <a:spcPts val="0"/>
              </a:spcAft>
              <a:buClr>
                <a:schemeClr val="dk1"/>
              </a:buClr>
              <a:buSzPts val="1155"/>
              <a:buNone/>
              <a:defRPr sz="1155"/>
            </a:lvl6pPr>
            <a:lvl7pPr marL="3200400" lvl="6" indent="-228600" algn="l">
              <a:lnSpc>
                <a:spcPct val="90000"/>
              </a:lnSpc>
              <a:spcBef>
                <a:spcPts val="577"/>
              </a:spcBef>
              <a:spcAft>
                <a:spcPts val="0"/>
              </a:spcAft>
              <a:buClr>
                <a:schemeClr val="dk1"/>
              </a:buClr>
              <a:buSzPts val="1155"/>
              <a:buNone/>
              <a:defRPr sz="1155"/>
            </a:lvl7pPr>
            <a:lvl8pPr marL="3657600" lvl="7" indent="-228600" algn="l">
              <a:lnSpc>
                <a:spcPct val="90000"/>
              </a:lnSpc>
              <a:spcBef>
                <a:spcPts val="577"/>
              </a:spcBef>
              <a:spcAft>
                <a:spcPts val="0"/>
              </a:spcAft>
              <a:buClr>
                <a:schemeClr val="dk1"/>
              </a:buClr>
              <a:buSzPts val="1155"/>
              <a:buNone/>
              <a:defRPr sz="1155"/>
            </a:lvl8pPr>
            <a:lvl9pPr marL="4114800" lvl="8" indent="-228600" algn="l">
              <a:lnSpc>
                <a:spcPct val="90000"/>
              </a:lnSpc>
              <a:spcBef>
                <a:spcPts val="577"/>
              </a:spcBef>
              <a:spcAft>
                <a:spcPts val="0"/>
              </a:spcAft>
              <a:buClr>
                <a:schemeClr val="dk1"/>
              </a:buClr>
              <a:buSzPts val="1155"/>
              <a:buNone/>
              <a:defRPr sz="1155"/>
            </a:lvl9pPr>
          </a:lstStyle>
          <a:p>
            <a:endParaRPr/>
          </a:p>
        </p:txBody>
      </p:sp>
      <p:sp>
        <p:nvSpPr>
          <p:cNvPr id="62" name="Google Shape;62;p10"/>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472381" y="609600"/>
            <a:ext cx="2211883"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696"/>
              <a:buFont typeface="Play"/>
              <a:buNone/>
              <a:defRPr sz="3696"/>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1"/>
          <p:cNvSpPr>
            <a:spLocks noGrp="1"/>
          </p:cNvSpPr>
          <p:nvPr>
            <p:ph type="pic" idx="2"/>
          </p:nvPr>
        </p:nvSpPr>
        <p:spPr>
          <a:xfrm>
            <a:off x="2915544" y="1316569"/>
            <a:ext cx="3471862" cy="6498166"/>
          </a:xfrm>
          <a:prstGeom prst="rect">
            <a:avLst/>
          </a:prstGeom>
          <a:noFill/>
          <a:ln>
            <a:noFill/>
          </a:ln>
        </p:spPr>
      </p:sp>
      <p:sp>
        <p:nvSpPr>
          <p:cNvPr id="68" name="Google Shape;68;p11"/>
          <p:cNvSpPr txBox="1">
            <a:spLocks noGrp="1"/>
          </p:cNvSpPr>
          <p:nvPr>
            <p:ph type="body" idx="1"/>
          </p:nvPr>
        </p:nvSpPr>
        <p:spPr>
          <a:xfrm>
            <a:off x="472381" y="2743202"/>
            <a:ext cx="2211883"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155"/>
              </a:spcBef>
              <a:spcAft>
                <a:spcPts val="0"/>
              </a:spcAft>
              <a:buClr>
                <a:schemeClr val="dk1"/>
              </a:buClr>
              <a:buSzPts val="1848"/>
              <a:buNone/>
              <a:defRPr sz="1848"/>
            </a:lvl1pPr>
            <a:lvl2pPr marL="914400" lvl="1" indent="-228600" algn="l">
              <a:lnSpc>
                <a:spcPct val="90000"/>
              </a:lnSpc>
              <a:spcBef>
                <a:spcPts val="577"/>
              </a:spcBef>
              <a:spcAft>
                <a:spcPts val="0"/>
              </a:spcAft>
              <a:buClr>
                <a:schemeClr val="dk1"/>
              </a:buClr>
              <a:buSzPts val="1617"/>
              <a:buNone/>
              <a:defRPr sz="1617"/>
            </a:lvl2pPr>
            <a:lvl3pPr marL="1371600" lvl="2" indent="-228600" algn="l">
              <a:lnSpc>
                <a:spcPct val="90000"/>
              </a:lnSpc>
              <a:spcBef>
                <a:spcPts val="577"/>
              </a:spcBef>
              <a:spcAft>
                <a:spcPts val="0"/>
              </a:spcAft>
              <a:buClr>
                <a:schemeClr val="dk1"/>
              </a:buClr>
              <a:buSzPts val="1386"/>
              <a:buNone/>
              <a:defRPr sz="1386"/>
            </a:lvl3pPr>
            <a:lvl4pPr marL="1828800" lvl="3" indent="-228600" algn="l">
              <a:lnSpc>
                <a:spcPct val="90000"/>
              </a:lnSpc>
              <a:spcBef>
                <a:spcPts val="577"/>
              </a:spcBef>
              <a:spcAft>
                <a:spcPts val="0"/>
              </a:spcAft>
              <a:buClr>
                <a:schemeClr val="dk1"/>
              </a:buClr>
              <a:buSzPts val="1155"/>
              <a:buNone/>
              <a:defRPr sz="1155"/>
            </a:lvl4pPr>
            <a:lvl5pPr marL="2286000" lvl="4" indent="-228600" algn="l">
              <a:lnSpc>
                <a:spcPct val="90000"/>
              </a:lnSpc>
              <a:spcBef>
                <a:spcPts val="577"/>
              </a:spcBef>
              <a:spcAft>
                <a:spcPts val="0"/>
              </a:spcAft>
              <a:buClr>
                <a:schemeClr val="dk1"/>
              </a:buClr>
              <a:buSzPts val="1155"/>
              <a:buNone/>
              <a:defRPr sz="1155"/>
            </a:lvl5pPr>
            <a:lvl6pPr marL="2743200" lvl="5" indent="-228600" algn="l">
              <a:lnSpc>
                <a:spcPct val="90000"/>
              </a:lnSpc>
              <a:spcBef>
                <a:spcPts val="577"/>
              </a:spcBef>
              <a:spcAft>
                <a:spcPts val="0"/>
              </a:spcAft>
              <a:buClr>
                <a:schemeClr val="dk1"/>
              </a:buClr>
              <a:buSzPts val="1155"/>
              <a:buNone/>
              <a:defRPr sz="1155"/>
            </a:lvl6pPr>
            <a:lvl7pPr marL="3200400" lvl="6" indent="-228600" algn="l">
              <a:lnSpc>
                <a:spcPct val="90000"/>
              </a:lnSpc>
              <a:spcBef>
                <a:spcPts val="577"/>
              </a:spcBef>
              <a:spcAft>
                <a:spcPts val="0"/>
              </a:spcAft>
              <a:buClr>
                <a:schemeClr val="dk1"/>
              </a:buClr>
              <a:buSzPts val="1155"/>
              <a:buNone/>
              <a:defRPr sz="1155"/>
            </a:lvl7pPr>
            <a:lvl8pPr marL="3657600" lvl="7" indent="-228600" algn="l">
              <a:lnSpc>
                <a:spcPct val="90000"/>
              </a:lnSpc>
              <a:spcBef>
                <a:spcPts val="577"/>
              </a:spcBef>
              <a:spcAft>
                <a:spcPts val="0"/>
              </a:spcAft>
              <a:buClr>
                <a:schemeClr val="dk1"/>
              </a:buClr>
              <a:buSzPts val="1155"/>
              <a:buNone/>
              <a:defRPr sz="1155"/>
            </a:lvl8pPr>
            <a:lvl9pPr marL="4114800" lvl="8" indent="-228600" algn="l">
              <a:lnSpc>
                <a:spcPct val="90000"/>
              </a:lnSpc>
              <a:spcBef>
                <a:spcPts val="577"/>
              </a:spcBef>
              <a:spcAft>
                <a:spcPts val="0"/>
              </a:spcAft>
              <a:buClr>
                <a:schemeClr val="dk1"/>
              </a:buClr>
              <a:buSzPts val="1155"/>
              <a:buNone/>
              <a:defRPr sz="1155"/>
            </a:lvl9pPr>
          </a:lstStyle>
          <a:p>
            <a:endParaRPr/>
          </a:p>
        </p:txBody>
      </p:sp>
      <p:sp>
        <p:nvSpPr>
          <p:cNvPr id="69" name="Google Shape;69;p11"/>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528108" y="2377547"/>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772575" y="3622014"/>
            <a:ext cx="7749118"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1227800" y="2186120"/>
            <a:ext cx="7749118"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155"/>
              </a:spcBef>
              <a:spcAft>
                <a:spcPts val="0"/>
              </a:spcAft>
              <a:buClr>
                <a:schemeClr val="dk1"/>
              </a:buClr>
              <a:buSzPts val="1800"/>
              <a:buChar char="•"/>
              <a:defRPr/>
            </a:lvl1pPr>
            <a:lvl2pPr marL="914400" lvl="1" indent="-342900" algn="l">
              <a:lnSpc>
                <a:spcPct val="90000"/>
              </a:lnSpc>
              <a:spcBef>
                <a:spcPts val="577"/>
              </a:spcBef>
              <a:spcAft>
                <a:spcPts val="0"/>
              </a:spcAft>
              <a:buClr>
                <a:schemeClr val="dk1"/>
              </a:buClr>
              <a:buSzPts val="1800"/>
              <a:buChar char="•"/>
              <a:defRPr/>
            </a:lvl2pPr>
            <a:lvl3pPr marL="1371600" lvl="2" indent="-342900" algn="l">
              <a:lnSpc>
                <a:spcPct val="90000"/>
              </a:lnSpc>
              <a:spcBef>
                <a:spcPts val="577"/>
              </a:spcBef>
              <a:spcAft>
                <a:spcPts val="0"/>
              </a:spcAft>
              <a:buClr>
                <a:schemeClr val="dk1"/>
              </a:buClr>
              <a:buSzPts val="1800"/>
              <a:buChar char="•"/>
              <a:defRPr/>
            </a:lvl3pPr>
            <a:lvl4pPr marL="1828800" lvl="3" indent="-342900" algn="l">
              <a:lnSpc>
                <a:spcPct val="90000"/>
              </a:lnSpc>
              <a:spcBef>
                <a:spcPts val="577"/>
              </a:spcBef>
              <a:spcAft>
                <a:spcPts val="0"/>
              </a:spcAft>
              <a:buClr>
                <a:schemeClr val="dk1"/>
              </a:buClr>
              <a:buSzPts val="1800"/>
              <a:buChar char="•"/>
              <a:defRPr/>
            </a:lvl4pPr>
            <a:lvl5pPr marL="2286000" lvl="4" indent="-342900" algn="l">
              <a:lnSpc>
                <a:spcPct val="90000"/>
              </a:lnSpc>
              <a:spcBef>
                <a:spcPts val="577"/>
              </a:spcBef>
              <a:spcAft>
                <a:spcPts val="0"/>
              </a:spcAft>
              <a:buClr>
                <a:schemeClr val="dk1"/>
              </a:buClr>
              <a:buSzPts val="1800"/>
              <a:buChar char="•"/>
              <a:defRPr/>
            </a:lvl5pPr>
            <a:lvl6pPr marL="2743200" lvl="5" indent="-342900" algn="l">
              <a:lnSpc>
                <a:spcPct val="90000"/>
              </a:lnSpc>
              <a:spcBef>
                <a:spcPts val="577"/>
              </a:spcBef>
              <a:spcAft>
                <a:spcPts val="0"/>
              </a:spcAft>
              <a:buClr>
                <a:schemeClr val="dk1"/>
              </a:buClr>
              <a:buSzPts val="1800"/>
              <a:buChar char="•"/>
              <a:defRPr/>
            </a:lvl6pPr>
            <a:lvl7pPr marL="3200400" lvl="6" indent="-342900" algn="l">
              <a:lnSpc>
                <a:spcPct val="90000"/>
              </a:lnSpc>
              <a:spcBef>
                <a:spcPts val="577"/>
              </a:spcBef>
              <a:spcAft>
                <a:spcPts val="0"/>
              </a:spcAft>
              <a:buClr>
                <a:schemeClr val="dk1"/>
              </a:buClr>
              <a:buSzPts val="1800"/>
              <a:buChar char="•"/>
              <a:defRPr/>
            </a:lvl7pPr>
            <a:lvl8pPr marL="3657600" lvl="7" indent="-342900" algn="l">
              <a:lnSpc>
                <a:spcPct val="90000"/>
              </a:lnSpc>
              <a:spcBef>
                <a:spcPts val="577"/>
              </a:spcBef>
              <a:spcAft>
                <a:spcPts val="0"/>
              </a:spcAft>
              <a:buClr>
                <a:schemeClr val="dk1"/>
              </a:buClr>
              <a:buSzPts val="1800"/>
              <a:buChar char="•"/>
              <a:defRPr/>
            </a:lvl8pPr>
            <a:lvl9pPr marL="4114800" lvl="8" indent="-342900" algn="l">
              <a:lnSpc>
                <a:spcPct val="90000"/>
              </a:lnSpc>
              <a:spcBef>
                <a:spcPts val="577"/>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5082"/>
              <a:buFont typeface="Play"/>
              <a:buNone/>
              <a:defRPr sz="5082"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
          <p:cNvSpPr txBox="1">
            <a:spLocks noGrp="1"/>
          </p:cNvSpPr>
          <p:nvPr>
            <p:ph type="body" idx="1"/>
          </p:nvPr>
        </p:nvSpPr>
        <p:spPr>
          <a:xfrm>
            <a:off x="471488" y="2434168"/>
            <a:ext cx="5915025" cy="5801784"/>
          </a:xfrm>
          <a:prstGeom prst="rect">
            <a:avLst/>
          </a:prstGeom>
          <a:noFill/>
          <a:ln>
            <a:noFill/>
          </a:ln>
        </p:spPr>
        <p:txBody>
          <a:bodyPr spcFirstLastPara="1" wrap="square" lIns="91425" tIns="45700" rIns="91425" bIns="45700" anchor="t" anchorCtr="0">
            <a:normAutofit/>
          </a:bodyPr>
          <a:lstStyle>
            <a:lvl1pPr marL="457200" marR="0" lvl="0" indent="-433959" algn="l" rtl="0">
              <a:lnSpc>
                <a:spcPct val="90000"/>
              </a:lnSpc>
              <a:spcBef>
                <a:spcPts val="1155"/>
              </a:spcBef>
              <a:spcAft>
                <a:spcPts val="0"/>
              </a:spcAft>
              <a:buClr>
                <a:schemeClr val="dk1"/>
              </a:buClr>
              <a:buSzPts val="3234"/>
              <a:buFont typeface="Arial"/>
              <a:buChar char="•"/>
              <a:defRPr sz="3234" b="0" i="0" u="none" strike="noStrike" cap="none">
                <a:solidFill>
                  <a:schemeClr val="dk1"/>
                </a:solidFill>
                <a:latin typeface="Arial"/>
                <a:ea typeface="Arial"/>
                <a:cs typeface="Arial"/>
                <a:sym typeface="Arial"/>
              </a:defRPr>
            </a:lvl1pPr>
            <a:lvl2pPr marL="914400" marR="0" lvl="1" indent="-404622" algn="l" rtl="0">
              <a:lnSpc>
                <a:spcPct val="90000"/>
              </a:lnSpc>
              <a:spcBef>
                <a:spcPts val="577"/>
              </a:spcBef>
              <a:spcAft>
                <a:spcPts val="0"/>
              </a:spcAft>
              <a:buClr>
                <a:schemeClr val="dk1"/>
              </a:buClr>
              <a:buSzPts val="2772"/>
              <a:buFont typeface="Arial"/>
              <a:buChar char="•"/>
              <a:defRPr sz="2772" b="0" i="0" u="none" strike="noStrike" cap="none">
                <a:solidFill>
                  <a:schemeClr val="dk1"/>
                </a:solidFill>
                <a:latin typeface="Arial"/>
                <a:ea typeface="Arial"/>
                <a:cs typeface="Arial"/>
                <a:sym typeface="Arial"/>
              </a:defRPr>
            </a:lvl2pPr>
            <a:lvl3pPr marL="1371600" marR="0" lvl="2" indent="-375285" algn="l" rtl="0">
              <a:lnSpc>
                <a:spcPct val="90000"/>
              </a:lnSpc>
              <a:spcBef>
                <a:spcPts val="577"/>
              </a:spcBef>
              <a:spcAft>
                <a:spcPts val="0"/>
              </a:spcAft>
              <a:buClr>
                <a:schemeClr val="dk1"/>
              </a:buClr>
              <a:buSzPts val="2310"/>
              <a:buFont typeface="Arial"/>
              <a:buChar char="•"/>
              <a:defRPr sz="2310" b="0" i="0" u="none" strike="noStrike" cap="none">
                <a:solidFill>
                  <a:schemeClr val="dk1"/>
                </a:solidFill>
                <a:latin typeface="Arial"/>
                <a:ea typeface="Arial"/>
                <a:cs typeface="Arial"/>
                <a:sym typeface="Arial"/>
              </a:defRPr>
            </a:lvl3pPr>
            <a:lvl4pPr marL="1828800" marR="0" lvl="3" indent="-360617"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4pPr>
            <a:lvl5pPr marL="2286000" marR="0" lvl="4" indent="-360617"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5pPr>
            <a:lvl6pPr marL="2743200" marR="0" lvl="5" indent="-360617"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6pPr>
            <a:lvl7pPr marL="3200400" marR="0" lvl="6" indent="-360617"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7pPr>
            <a:lvl8pPr marL="3657600" marR="0" lvl="7" indent="-360616"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8pPr>
            <a:lvl9pPr marL="4114800" marR="0" lvl="8" indent="-360616" algn="l" rtl="0">
              <a:lnSpc>
                <a:spcPct val="90000"/>
              </a:lnSpc>
              <a:spcBef>
                <a:spcPts val="577"/>
              </a:spcBef>
              <a:spcAft>
                <a:spcPts val="0"/>
              </a:spcAft>
              <a:buClr>
                <a:schemeClr val="dk1"/>
              </a:buClr>
              <a:buSzPts val="2079"/>
              <a:buFont typeface="Arial"/>
              <a:buChar char="•"/>
              <a:defRPr sz="2079" b="0" i="0" u="none" strike="noStrike" cap="none">
                <a:solidFill>
                  <a:schemeClr val="dk1"/>
                </a:solidFill>
                <a:latin typeface="Arial"/>
                <a:ea typeface="Arial"/>
                <a:cs typeface="Arial"/>
                <a:sym typeface="Arial"/>
              </a:defRPr>
            </a:lvl9pPr>
          </a:lstStyle>
          <a:p>
            <a:endParaRPr/>
          </a:p>
        </p:txBody>
      </p:sp>
      <p:sp>
        <p:nvSpPr>
          <p:cNvPr id="12" name="Google Shape;12;p2"/>
          <p:cNvSpPr txBox="1">
            <a:spLocks noGrp="1"/>
          </p:cNvSpPr>
          <p:nvPr>
            <p:ph type="dt" idx="10"/>
          </p:nvPr>
        </p:nvSpPr>
        <p:spPr>
          <a:xfrm>
            <a:off x="471488" y="8475134"/>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386"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2"/>
          <p:cNvSpPr txBox="1">
            <a:spLocks noGrp="1"/>
          </p:cNvSpPr>
          <p:nvPr>
            <p:ph type="ftr" idx="11"/>
          </p:nvPr>
        </p:nvSpPr>
        <p:spPr>
          <a:xfrm>
            <a:off x="2271713" y="8475134"/>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386"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2"/>
          <p:cNvSpPr txBox="1">
            <a:spLocks noGrp="1"/>
          </p:cNvSpPr>
          <p:nvPr>
            <p:ph type="sldNum" idx="12"/>
          </p:nvPr>
        </p:nvSpPr>
        <p:spPr>
          <a:xfrm>
            <a:off x="4843463" y="8475134"/>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386" b="0" i="0" u="none" strike="noStrike" cap="none">
                <a:solidFill>
                  <a:srgbClr val="757575"/>
                </a:solidFill>
                <a:latin typeface="Arial"/>
                <a:ea typeface="Arial"/>
                <a:cs typeface="Arial"/>
                <a:sym typeface="Arial"/>
              </a:defRPr>
            </a:lvl1pPr>
            <a:lvl2pPr marL="0" marR="0" lvl="1" indent="0" algn="r" rtl="0">
              <a:spcBef>
                <a:spcPts val="0"/>
              </a:spcBef>
              <a:buNone/>
              <a:defRPr sz="1386" b="0" i="0" u="none" strike="noStrike" cap="none">
                <a:solidFill>
                  <a:srgbClr val="757575"/>
                </a:solidFill>
                <a:latin typeface="Arial"/>
                <a:ea typeface="Arial"/>
                <a:cs typeface="Arial"/>
                <a:sym typeface="Arial"/>
              </a:defRPr>
            </a:lvl2pPr>
            <a:lvl3pPr marL="0" marR="0" lvl="2" indent="0" algn="r" rtl="0">
              <a:spcBef>
                <a:spcPts val="0"/>
              </a:spcBef>
              <a:buNone/>
              <a:defRPr sz="1386" b="0" i="0" u="none" strike="noStrike" cap="none">
                <a:solidFill>
                  <a:srgbClr val="757575"/>
                </a:solidFill>
                <a:latin typeface="Arial"/>
                <a:ea typeface="Arial"/>
                <a:cs typeface="Arial"/>
                <a:sym typeface="Arial"/>
              </a:defRPr>
            </a:lvl3pPr>
            <a:lvl4pPr marL="0" marR="0" lvl="3" indent="0" algn="r" rtl="0">
              <a:spcBef>
                <a:spcPts val="0"/>
              </a:spcBef>
              <a:buNone/>
              <a:defRPr sz="1386" b="0" i="0" u="none" strike="noStrike" cap="none">
                <a:solidFill>
                  <a:srgbClr val="757575"/>
                </a:solidFill>
                <a:latin typeface="Arial"/>
                <a:ea typeface="Arial"/>
                <a:cs typeface="Arial"/>
                <a:sym typeface="Arial"/>
              </a:defRPr>
            </a:lvl4pPr>
            <a:lvl5pPr marL="0" marR="0" lvl="4" indent="0" algn="r" rtl="0">
              <a:spcBef>
                <a:spcPts val="0"/>
              </a:spcBef>
              <a:buNone/>
              <a:defRPr sz="1386" b="0" i="0" u="none" strike="noStrike" cap="none">
                <a:solidFill>
                  <a:srgbClr val="757575"/>
                </a:solidFill>
                <a:latin typeface="Arial"/>
                <a:ea typeface="Arial"/>
                <a:cs typeface="Arial"/>
                <a:sym typeface="Arial"/>
              </a:defRPr>
            </a:lvl5pPr>
            <a:lvl6pPr marL="0" marR="0" lvl="5" indent="0" algn="r" rtl="0">
              <a:spcBef>
                <a:spcPts val="0"/>
              </a:spcBef>
              <a:buNone/>
              <a:defRPr sz="1386" b="0" i="0" u="none" strike="noStrike" cap="none">
                <a:solidFill>
                  <a:srgbClr val="757575"/>
                </a:solidFill>
                <a:latin typeface="Arial"/>
                <a:ea typeface="Arial"/>
                <a:cs typeface="Arial"/>
                <a:sym typeface="Arial"/>
              </a:defRPr>
            </a:lvl6pPr>
            <a:lvl7pPr marL="0" marR="0" lvl="6" indent="0" algn="r" rtl="0">
              <a:spcBef>
                <a:spcPts val="0"/>
              </a:spcBef>
              <a:buNone/>
              <a:defRPr sz="1386" b="0" i="0" u="none" strike="noStrike" cap="none">
                <a:solidFill>
                  <a:srgbClr val="757575"/>
                </a:solidFill>
                <a:latin typeface="Arial"/>
                <a:ea typeface="Arial"/>
                <a:cs typeface="Arial"/>
                <a:sym typeface="Arial"/>
              </a:defRPr>
            </a:lvl7pPr>
            <a:lvl8pPr marL="0" marR="0" lvl="7" indent="0" algn="r" rtl="0">
              <a:spcBef>
                <a:spcPts val="0"/>
              </a:spcBef>
              <a:buNone/>
              <a:defRPr sz="1386" b="0" i="0" u="none" strike="noStrike" cap="none">
                <a:solidFill>
                  <a:srgbClr val="757575"/>
                </a:solidFill>
                <a:latin typeface="Arial"/>
                <a:ea typeface="Arial"/>
                <a:cs typeface="Arial"/>
                <a:sym typeface="Arial"/>
              </a:defRPr>
            </a:lvl8pPr>
            <a:lvl9pPr marL="0" marR="0" lvl="8" indent="0" algn="r" rtl="0">
              <a:spcBef>
                <a:spcPts val="0"/>
              </a:spcBef>
              <a:buNone/>
              <a:defRPr sz="1386" b="0" i="0" u="none" strike="noStrike" cap="none">
                <a:solidFill>
                  <a:srgbClr val="757575"/>
                </a:solidFill>
                <a:latin typeface="Arial"/>
                <a:ea typeface="Arial"/>
                <a:cs typeface="Arial"/>
                <a:sym typeface="Arial"/>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pic>
        <p:nvPicPr>
          <p:cNvPr id="2" name="Picture 1">
            <a:extLst>
              <a:ext uri="{FF2B5EF4-FFF2-40B4-BE49-F238E27FC236}">
                <a16:creationId xmlns:a16="http://schemas.microsoft.com/office/drawing/2014/main" id="{42934218-9889-DCBD-7F02-1F43D9AD5544}"/>
              </a:ext>
            </a:extLst>
          </p:cNvPr>
          <p:cNvPicPr>
            <a:picLocks noChangeAspect="1"/>
          </p:cNvPicPr>
          <p:nvPr/>
        </p:nvPicPr>
        <p:blipFill>
          <a:blip r:embed="rId3"/>
          <a:stretch>
            <a:fillRect/>
          </a:stretch>
        </p:blipFill>
        <p:spPr>
          <a:xfrm>
            <a:off x="4668132" y="255874"/>
            <a:ext cx="2189868" cy="1356555"/>
          </a:xfrm>
          <a:prstGeom prst="rect">
            <a:avLst/>
          </a:prstGeom>
        </p:spPr>
      </p:pic>
      <p:pic>
        <p:nvPicPr>
          <p:cNvPr id="4" name="Picture 3">
            <a:extLst>
              <a:ext uri="{FF2B5EF4-FFF2-40B4-BE49-F238E27FC236}">
                <a16:creationId xmlns:a16="http://schemas.microsoft.com/office/drawing/2014/main" id="{92CEED3A-1028-E224-DB5D-CA502E1E48A1}"/>
              </a:ext>
            </a:extLst>
          </p:cNvPr>
          <p:cNvPicPr>
            <a:picLocks noChangeAspect="1"/>
          </p:cNvPicPr>
          <p:nvPr/>
        </p:nvPicPr>
        <p:blipFill>
          <a:blip r:embed="rId4"/>
          <a:stretch>
            <a:fillRect/>
          </a:stretch>
        </p:blipFill>
        <p:spPr>
          <a:xfrm>
            <a:off x="2787705" y="138479"/>
            <a:ext cx="1880427" cy="1356555"/>
          </a:xfrm>
          <a:prstGeom prst="rect">
            <a:avLst/>
          </a:prstGeom>
        </p:spPr>
      </p:pic>
      <p:pic>
        <p:nvPicPr>
          <p:cNvPr id="8" name="Picture 7">
            <a:extLst>
              <a:ext uri="{FF2B5EF4-FFF2-40B4-BE49-F238E27FC236}">
                <a16:creationId xmlns:a16="http://schemas.microsoft.com/office/drawing/2014/main" id="{A577EA64-1F7A-D555-B131-2FC55F15C3B2}"/>
              </a:ext>
            </a:extLst>
          </p:cNvPr>
          <p:cNvPicPr>
            <a:picLocks noChangeAspect="1"/>
          </p:cNvPicPr>
          <p:nvPr/>
        </p:nvPicPr>
        <p:blipFill>
          <a:blip r:embed="rId5"/>
          <a:stretch>
            <a:fillRect/>
          </a:stretch>
        </p:blipFill>
        <p:spPr>
          <a:xfrm>
            <a:off x="1" y="0"/>
            <a:ext cx="2676308" cy="3944767"/>
          </a:xfrm>
          <a:prstGeom prst="rect">
            <a:avLst/>
          </a:prstGeom>
        </p:spPr>
      </p:pic>
      <p:sp>
        <p:nvSpPr>
          <p:cNvPr id="9" name="Google Shape;91;p1">
            <a:extLst>
              <a:ext uri="{FF2B5EF4-FFF2-40B4-BE49-F238E27FC236}">
                <a16:creationId xmlns:a16="http://schemas.microsoft.com/office/drawing/2014/main" id="{8F24F3E5-6C8B-391F-3966-146E0E3F712E}"/>
              </a:ext>
            </a:extLst>
          </p:cNvPr>
          <p:cNvSpPr txBox="1"/>
          <p:nvPr/>
        </p:nvSpPr>
        <p:spPr>
          <a:xfrm>
            <a:off x="0" y="0"/>
            <a:ext cx="667265"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i="0" u="none" strike="noStrike" cap="none" dirty="0">
                <a:solidFill>
                  <a:schemeClr val="dk1"/>
                </a:solidFill>
                <a:latin typeface="Arial"/>
                <a:ea typeface="Arial"/>
                <a:cs typeface="Arial"/>
                <a:sym typeface="Arial"/>
              </a:rPr>
              <a:t>a</a:t>
            </a:r>
            <a:endParaRPr sz="1200" b="1" dirty="0"/>
          </a:p>
        </p:txBody>
      </p:sp>
      <p:sp>
        <p:nvSpPr>
          <p:cNvPr id="20" name="Google Shape;92;p1">
            <a:extLst>
              <a:ext uri="{FF2B5EF4-FFF2-40B4-BE49-F238E27FC236}">
                <a16:creationId xmlns:a16="http://schemas.microsoft.com/office/drawing/2014/main" id="{799FF95C-51A6-D79B-EBA5-540C0775C4CB}"/>
              </a:ext>
            </a:extLst>
          </p:cNvPr>
          <p:cNvSpPr txBox="1"/>
          <p:nvPr/>
        </p:nvSpPr>
        <p:spPr>
          <a:xfrm>
            <a:off x="2629480" y="1526393"/>
            <a:ext cx="667265"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rPr>
              <a:t>d</a:t>
            </a:r>
            <a:endParaRPr sz="1200" b="1" dirty="0"/>
          </a:p>
        </p:txBody>
      </p:sp>
      <p:pic>
        <p:nvPicPr>
          <p:cNvPr id="26" name="Picture 25">
            <a:extLst>
              <a:ext uri="{FF2B5EF4-FFF2-40B4-BE49-F238E27FC236}">
                <a16:creationId xmlns:a16="http://schemas.microsoft.com/office/drawing/2014/main" id="{A3043B48-2988-DF19-EF64-19C34C1BA15C}"/>
              </a:ext>
            </a:extLst>
          </p:cNvPr>
          <p:cNvPicPr>
            <a:picLocks noChangeAspect="1"/>
          </p:cNvPicPr>
          <p:nvPr/>
        </p:nvPicPr>
        <p:blipFill>
          <a:blip r:embed="rId6"/>
          <a:stretch>
            <a:fillRect/>
          </a:stretch>
        </p:blipFill>
        <p:spPr>
          <a:xfrm>
            <a:off x="2648508" y="2954853"/>
            <a:ext cx="4209492" cy="989914"/>
          </a:xfrm>
          <a:prstGeom prst="rect">
            <a:avLst/>
          </a:prstGeom>
        </p:spPr>
      </p:pic>
      <p:pic>
        <p:nvPicPr>
          <p:cNvPr id="27" name="Picture 26">
            <a:extLst>
              <a:ext uri="{FF2B5EF4-FFF2-40B4-BE49-F238E27FC236}">
                <a16:creationId xmlns:a16="http://schemas.microsoft.com/office/drawing/2014/main" id="{954C3D8E-9910-7BC9-D5FF-38D981718DA5}"/>
              </a:ext>
            </a:extLst>
          </p:cNvPr>
          <p:cNvPicPr>
            <a:picLocks noChangeAspect="1"/>
          </p:cNvPicPr>
          <p:nvPr/>
        </p:nvPicPr>
        <p:blipFill>
          <a:blip r:embed="rId7"/>
          <a:stretch>
            <a:fillRect/>
          </a:stretch>
        </p:blipFill>
        <p:spPr>
          <a:xfrm>
            <a:off x="3047087" y="1638030"/>
            <a:ext cx="2504245" cy="1125900"/>
          </a:xfrm>
          <a:prstGeom prst="rect">
            <a:avLst/>
          </a:prstGeom>
        </p:spPr>
      </p:pic>
      <p:sp>
        <p:nvSpPr>
          <p:cNvPr id="28" name="Google Shape;91;p1">
            <a:extLst>
              <a:ext uri="{FF2B5EF4-FFF2-40B4-BE49-F238E27FC236}">
                <a16:creationId xmlns:a16="http://schemas.microsoft.com/office/drawing/2014/main" id="{975DA3C4-C3AF-E721-5E4D-52AB384E7D73}"/>
              </a:ext>
            </a:extLst>
          </p:cNvPr>
          <p:cNvSpPr txBox="1"/>
          <p:nvPr/>
        </p:nvSpPr>
        <p:spPr>
          <a:xfrm>
            <a:off x="2616104" y="0"/>
            <a:ext cx="667265"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rPr>
              <a:t>b</a:t>
            </a:r>
            <a:endParaRPr sz="1200" b="1" dirty="0"/>
          </a:p>
        </p:txBody>
      </p:sp>
      <p:sp>
        <p:nvSpPr>
          <p:cNvPr id="29" name="Google Shape;91;p1">
            <a:extLst>
              <a:ext uri="{FF2B5EF4-FFF2-40B4-BE49-F238E27FC236}">
                <a16:creationId xmlns:a16="http://schemas.microsoft.com/office/drawing/2014/main" id="{99E9DE9C-AABA-F507-9FDB-A9BFB99083C7}"/>
              </a:ext>
            </a:extLst>
          </p:cNvPr>
          <p:cNvSpPr txBox="1"/>
          <p:nvPr/>
        </p:nvSpPr>
        <p:spPr>
          <a:xfrm>
            <a:off x="4700168" y="0"/>
            <a:ext cx="667265"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rPr>
              <a:t>c</a:t>
            </a:r>
            <a:endParaRPr sz="1200" b="1" dirty="0"/>
          </a:p>
        </p:txBody>
      </p:sp>
      <p:sp>
        <p:nvSpPr>
          <p:cNvPr id="30" name="Google Shape;92;p1">
            <a:extLst>
              <a:ext uri="{FF2B5EF4-FFF2-40B4-BE49-F238E27FC236}">
                <a16:creationId xmlns:a16="http://schemas.microsoft.com/office/drawing/2014/main" id="{CE212310-2235-ABF3-61A0-6581BF756A72}"/>
              </a:ext>
            </a:extLst>
          </p:cNvPr>
          <p:cNvSpPr txBox="1"/>
          <p:nvPr/>
        </p:nvSpPr>
        <p:spPr>
          <a:xfrm>
            <a:off x="2573494" y="2735580"/>
            <a:ext cx="667265"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rPr>
              <a:t>e</a:t>
            </a:r>
            <a:endParaRPr sz="1200" b="1" dirty="0"/>
          </a:p>
        </p:txBody>
      </p:sp>
      <p:sp>
        <p:nvSpPr>
          <p:cNvPr id="31" name="TextBox 30">
            <a:extLst>
              <a:ext uri="{FF2B5EF4-FFF2-40B4-BE49-F238E27FC236}">
                <a16:creationId xmlns:a16="http://schemas.microsoft.com/office/drawing/2014/main" id="{768CF49E-28B9-B1D2-29BF-E490E7005DAD}"/>
              </a:ext>
            </a:extLst>
          </p:cNvPr>
          <p:cNvSpPr txBox="1"/>
          <p:nvPr/>
        </p:nvSpPr>
        <p:spPr>
          <a:xfrm>
            <a:off x="1" y="4368471"/>
            <a:ext cx="6857999" cy="1708160"/>
          </a:xfrm>
          <a:prstGeom prst="rect">
            <a:avLst/>
          </a:prstGeom>
          <a:noFill/>
        </p:spPr>
        <p:txBody>
          <a:bodyPr wrap="square" rtlCol="0">
            <a:spAutoFit/>
          </a:bodyPr>
          <a:lstStyle/>
          <a:p>
            <a:r>
              <a:rPr lang="en-CA" sz="1050" b="1" dirty="0"/>
              <a:t>Figure 3</a:t>
            </a:r>
            <a:r>
              <a:rPr lang="en-CA" sz="1050" dirty="0"/>
              <a:t>. Image-based deep learning captures non-linear drug-response dynamics.</a:t>
            </a:r>
          </a:p>
          <a:p>
            <a:r>
              <a:rPr lang="en-CA" sz="1050" dirty="0"/>
              <a:t>(a) Case study two workflow: tumour-volume growth curves for model-drug batches from the PDXE pan-cancer cohort are rendered as standardized images, scored by a three-rater expert panel into five ordinal response categories, and used to train and compare an image-based ResNet18 classifier against a feature-based Random Forest classifier under matched 5-fold cross-validation. (b) Cross-validated performance (macro-averaged precision, recall, F1-score, and balanced accuracy) of ResNet18 versus Random Forest across 5 outer folds. (c) Random Forest feature importance (mean absolute SHAP value, stacked by response category) for the top 10 of thirteen engineered response features, ranked by total mean absolute SHAP across categories. (d) Pooled out-of-fold confusion matrices for ResNet18 and Random Forest across all 1,267 curves. (e) Representative Grad-CAM visualizations for one correctly classified, held-out example per response category.</a:t>
            </a: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1712</TotalTime>
  <Words>173</Words>
  <Application>Microsoft Macintosh PowerPoint</Application>
  <PresentationFormat>Letter Paper (8.5x11 in)</PresentationFormat>
  <Paragraphs>8</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Play</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Feng, Guanqiao</dc:creator>
  <cp:lastModifiedBy>Feng, Guanqiao</cp:lastModifiedBy>
  <cp:revision>25</cp:revision>
  <dcterms:created xsi:type="dcterms:W3CDTF">2026-03-17T17:54:26Z</dcterms:created>
  <dcterms:modified xsi:type="dcterms:W3CDTF">2026-09-04T20:19:21Z</dcterms:modified>
</cp:coreProperties>
</file>