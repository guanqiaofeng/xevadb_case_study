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</p:sldIdLst>
  <p:sldSz cy="7920025" cx="20880375"/>
  <p:notesSz cx="6858000" cy="9144000"/>
  <p:embeddedFontLst>
    <p:embeddedFont>
      <p:font typeface="Play"/>
      <p:regular r:id="rId6"/>
      <p:bold r:id="rId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8" roundtripDataSignature="AMtx7mhfnrVQrRcpZDcEMkrk0w6Yo+xww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font" Target="fonts/Play-regular.fntdata"/><Relationship Id="rId7" Type="http://schemas.openxmlformats.org/officeDocument/2006/relationships/font" Target="fonts/Play-bold.fntdata"/><Relationship Id="rId8" Type="http://customschemas.google.com/relationships/presentationmetadata" Target="meta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-638175" y="1143000"/>
            <a:ext cx="813435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/>
          <p:nvPr>
            <p:ph idx="2" type="sldImg"/>
          </p:nvPr>
        </p:nvSpPr>
        <p:spPr>
          <a:xfrm>
            <a:off x="-638175" y="1143000"/>
            <a:ext cx="813435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2610049" y="1296173"/>
            <a:ext cx="15660291" cy="27573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929"/>
              <a:buFont typeface="Play"/>
              <a:buNone/>
              <a:defRPr sz="6929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2610049" y="4159854"/>
            <a:ext cx="15660291" cy="19121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2772"/>
              <a:buNone/>
              <a:defRPr sz="2772"/>
            </a:lvl1pPr>
            <a:lvl2pPr lvl="1" algn="ctr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310"/>
              <a:buNone/>
              <a:defRPr sz="2310"/>
            </a:lvl2pPr>
            <a:lvl3pPr lvl="2" algn="ctr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079"/>
              <a:buNone/>
              <a:defRPr sz="2079"/>
            </a:lvl3pPr>
            <a:lvl4pPr lvl="3" algn="ctr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/>
            </a:lvl4pPr>
            <a:lvl5pPr lvl="4" algn="ctr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/>
            </a:lvl5pPr>
            <a:lvl6pPr lvl="5" algn="ctr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/>
            </a:lvl6pPr>
            <a:lvl7pPr lvl="6" algn="ctr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/>
            </a:lvl7pPr>
            <a:lvl8pPr lvl="7" algn="ctr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/>
            </a:lvl8pPr>
            <a:lvl9pPr lvl="8" algn="ctr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/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1435527" y="7340702"/>
            <a:ext cx="4698087" cy="421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6916629" y="7340702"/>
            <a:ext cx="7047131" cy="421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14746774" y="7340702"/>
            <a:ext cx="4698087" cy="421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1435527" y="421669"/>
            <a:ext cx="18009335" cy="153084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1435527" y="2108344"/>
            <a:ext cx="18009335" cy="50251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1435527" y="7340702"/>
            <a:ext cx="4698087" cy="421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6916629" y="7340702"/>
            <a:ext cx="7047131" cy="421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14746774" y="7340702"/>
            <a:ext cx="4698087" cy="421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1424651" y="1974511"/>
            <a:ext cx="18009335" cy="329451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929"/>
              <a:buFont typeface="Play"/>
              <a:buNone/>
              <a:defRPr sz="6929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1424651" y="5300193"/>
            <a:ext cx="18009335" cy="17325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rgbClr val="757575"/>
              </a:buClr>
              <a:buSzPts val="2772"/>
              <a:buNone/>
              <a:defRPr sz="2772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rgbClr val="757575"/>
              </a:buClr>
              <a:buSzPts val="2310"/>
              <a:buNone/>
              <a:defRPr sz="231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rgbClr val="757575"/>
              </a:buClr>
              <a:buSzPts val="2079"/>
              <a:buNone/>
              <a:defRPr sz="2079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rgbClr val="757575"/>
              </a:buClr>
              <a:buSzPts val="1848"/>
              <a:buNone/>
              <a:defRPr sz="1848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rgbClr val="757575"/>
              </a:buClr>
              <a:buSzPts val="1848"/>
              <a:buNone/>
              <a:defRPr sz="1848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rgbClr val="757575"/>
              </a:buClr>
              <a:buSzPts val="1848"/>
              <a:buNone/>
              <a:defRPr sz="1848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rgbClr val="757575"/>
              </a:buClr>
              <a:buSzPts val="1848"/>
              <a:buNone/>
              <a:defRPr sz="1848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rgbClr val="757575"/>
              </a:buClr>
              <a:buSzPts val="1848"/>
              <a:buNone/>
              <a:defRPr sz="1848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rgbClr val="757575"/>
              </a:buClr>
              <a:buSzPts val="1848"/>
              <a:buNone/>
              <a:defRPr sz="1848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1435527" y="7340702"/>
            <a:ext cx="4698087" cy="421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6916629" y="7340702"/>
            <a:ext cx="7047131" cy="421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14746774" y="7340702"/>
            <a:ext cx="4698087" cy="421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1435527" y="421669"/>
            <a:ext cx="18009335" cy="153084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1435527" y="2108344"/>
            <a:ext cx="8874165" cy="50251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10570696" y="2108344"/>
            <a:ext cx="8874165" cy="50251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1435527" y="7340702"/>
            <a:ext cx="4698087" cy="421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6916629" y="7340702"/>
            <a:ext cx="7047131" cy="421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14746774" y="7340702"/>
            <a:ext cx="4698087" cy="421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1438246" y="421669"/>
            <a:ext cx="18009335" cy="153084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1438247" y="1941510"/>
            <a:ext cx="8833382" cy="95150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2772"/>
              <a:buNone/>
              <a:defRPr b="1" sz="2772"/>
            </a:lvl1pPr>
            <a:lvl2pPr indent="-228600" lvl="1" marL="9144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310"/>
              <a:buNone/>
              <a:defRPr b="1" sz="2310"/>
            </a:lvl2pPr>
            <a:lvl3pPr indent="-228600" lvl="2" marL="1371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079"/>
              <a:buNone/>
              <a:defRPr b="1" sz="2079"/>
            </a:lvl3pPr>
            <a:lvl4pPr indent="-228600" lvl="3" marL="18288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b="1" sz="1848"/>
            </a:lvl4pPr>
            <a:lvl5pPr indent="-228600" lvl="4" marL="22860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b="1" sz="1848"/>
            </a:lvl5pPr>
            <a:lvl6pPr indent="-228600" lvl="5" marL="27432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b="1" sz="1848"/>
            </a:lvl6pPr>
            <a:lvl7pPr indent="-228600" lvl="6" marL="32004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b="1" sz="1848"/>
            </a:lvl7pPr>
            <a:lvl8pPr indent="-228600" lvl="7" marL="3657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b="1" sz="1848"/>
            </a:lvl8pPr>
            <a:lvl9pPr indent="-228600" lvl="8" marL="41148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b="1" sz="1848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1438247" y="2893014"/>
            <a:ext cx="8833382" cy="42551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10570696" y="1941510"/>
            <a:ext cx="8876885" cy="95150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2772"/>
              <a:buNone/>
              <a:defRPr b="1" sz="2772"/>
            </a:lvl1pPr>
            <a:lvl2pPr indent="-228600" lvl="1" marL="9144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310"/>
              <a:buNone/>
              <a:defRPr b="1" sz="2310"/>
            </a:lvl2pPr>
            <a:lvl3pPr indent="-228600" lvl="2" marL="1371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079"/>
              <a:buNone/>
              <a:defRPr b="1" sz="2079"/>
            </a:lvl3pPr>
            <a:lvl4pPr indent="-228600" lvl="3" marL="18288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b="1" sz="1848"/>
            </a:lvl4pPr>
            <a:lvl5pPr indent="-228600" lvl="4" marL="22860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b="1" sz="1848"/>
            </a:lvl5pPr>
            <a:lvl6pPr indent="-228600" lvl="5" marL="27432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b="1" sz="1848"/>
            </a:lvl6pPr>
            <a:lvl7pPr indent="-228600" lvl="6" marL="32004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b="1" sz="1848"/>
            </a:lvl7pPr>
            <a:lvl8pPr indent="-228600" lvl="7" marL="3657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b="1" sz="1848"/>
            </a:lvl8pPr>
            <a:lvl9pPr indent="-228600" lvl="8" marL="41148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b="1" sz="1848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10570696" y="2893014"/>
            <a:ext cx="8876885" cy="42551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1435527" y="7340702"/>
            <a:ext cx="4698087" cy="421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6916629" y="7340702"/>
            <a:ext cx="7047131" cy="421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14746774" y="7340702"/>
            <a:ext cx="4698087" cy="421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1435527" y="421669"/>
            <a:ext cx="18009335" cy="153084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1435527" y="7340702"/>
            <a:ext cx="4698087" cy="421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6916629" y="7340702"/>
            <a:ext cx="7047131" cy="421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14746774" y="7340702"/>
            <a:ext cx="4698087" cy="421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idx="10" type="dt"/>
          </p:nvPr>
        </p:nvSpPr>
        <p:spPr>
          <a:xfrm>
            <a:off x="1435527" y="7340702"/>
            <a:ext cx="4698087" cy="421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1" type="ftr"/>
          </p:nvPr>
        </p:nvSpPr>
        <p:spPr>
          <a:xfrm>
            <a:off x="6916629" y="7340702"/>
            <a:ext cx="7047131" cy="421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9"/>
          <p:cNvSpPr txBox="1"/>
          <p:nvPr>
            <p:ph idx="12" type="sldNum"/>
          </p:nvPr>
        </p:nvSpPr>
        <p:spPr>
          <a:xfrm>
            <a:off x="14746774" y="7340702"/>
            <a:ext cx="4698087" cy="421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/>
          <p:nvPr>
            <p:ph type="title"/>
          </p:nvPr>
        </p:nvSpPr>
        <p:spPr>
          <a:xfrm>
            <a:off x="1438247" y="528002"/>
            <a:ext cx="6734468" cy="18480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96"/>
              <a:buFont typeface="Play"/>
              <a:buNone/>
              <a:defRPr sz="3696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0"/>
          <p:cNvSpPr txBox="1"/>
          <p:nvPr>
            <p:ph idx="1" type="body"/>
          </p:nvPr>
        </p:nvSpPr>
        <p:spPr>
          <a:xfrm>
            <a:off x="8876885" y="1140340"/>
            <a:ext cx="10570696" cy="5628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63296" lvl="0" marL="457200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3696"/>
              <a:buChar char="•"/>
              <a:defRPr sz="3696"/>
            </a:lvl1pPr>
            <a:lvl2pPr indent="-433959" lvl="1" marL="9144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3234"/>
              <a:buChar char="•"/>
              <a:defRPr sz="3234"/>
            </a:lvl2pPr>
            <a:lvl3pPr indent="-404622" lvl="2" marL="1371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772"/>
              <a:buChar char="•"/>
              <a:defRPr sz="2772"/>
            </a:lvl3pPr>
            <a:lvl4pPr indent="-375285" lvl="3" marL="18288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310"/>
              <a:buChar char="•"/>
              <a:defRPr sz="2310"/>
            </a:lvl4pPr>
            <a:lvl5pPr indent="-375285" lvl="4" marL="22860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310"/>
              <a:buChar char="•"/>
              <a:defRPr sz="2310"/>
            </a:lvl5pPr>
            <a:lvl6pPr indent="-375285" lvl="5" marL="27432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310"/>
              <a:buChar char="•"/>
              <a:defRPr sz="2310"/>
            </a:lvl6pPr>
            <a:lvl7pPr indent="-375285" lvl="6" marL="32004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310"/>
              <a:buChar char="•"/>
              <a:defRPr sz="2310"/>
            </a:lvl7pPr>
            <a:lvl8pPr indent="-375285" lvl="7" marL="3657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310"/>
              <a:buChar char="•"/>
              <a:defRPr sz="2310"/>
            </a:lvl8pPr>
            <a:lvl9pPr indent="-375285" lvl="8" marL="41148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310"/>
              <a:buChar char="•"/>
              <a:defRPr sz="2310"/>
            </a:lvl9pPr>
          </a:lstStyle>
          <a:p/>
        </p:txBody>
      </p:sp>
      <p:sp>
        <p:nvSpPr>
          <p:cNvPr id="61" name="Google Shape;61;p10"/>
          <p:cNvSpPr txBox="1"/>
          <p:nvPr>
            <p:ph idx="2" type="body"/>
          </p:nvPr>
        </p:nvSpPr>
        <p:spPr>
          <a:xfrm>
            <a:off x="1438247" y="2376011"/>
            <a:ext cx="6734468" cy="440185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/>
            </a:lvl1pPr>
            <a:lvl2pPr indent="-228600" lvl="1" marL="9144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617"/>
              <a:buNone/>
              <a:defRPr sz="1617"/>
            </a:lvl2pPr>
            <a:lvl3pPr indent="-228600" lvl="2" marL="1371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386"/>
              <a:buNone/>
              <a:defRPr sz="1386"/>
            </a:lvl3pPr>
            <a:lvl4pPr indent="-228600" lvl="3" marL="18288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155"/>
              <a:buNone/>
              <a:defRPr sz="1155"/>
            </a:lvl4pPr>
            <a:lvl5pPr indent="-228600" lvl="4" marL="22860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155"/>
              <a:buNone/>
              <a:defRPr sz="1155"/>
            </a:lvl5pPr>
            <a:lvl6pPr indent="-228600" lvl="5" marL="27432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155"/>
              <a:buNone/>
              <a:defRPr sz="1155"/>
            </a:lvl6pPr>
            <a:lvl7pPr indent="-228600" lvl="6" marL="32004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155"/>
              <a:buNone/>
              <a:defRPr sz="1155"/>
            </a:lvl7pPr>
            <a:lvl8pPr indent="-228600" lvl="7" marL="3657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155"/>
              <a:buNone/>
              <a:defRPr sz="1155"/>
            </a:lvl8pPr>
            <a:lvl9pPr indent="-228600" lvl="8" marL="41148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155"/>
              <a:buNone/>
              <a:defRPr sz="1155"/>
            </a:lvl9pPr>
          </a:lstStyle>
          <a:p/>
        </p:txBody>
      </p:sp>
      <p:sp>
        <p:nvSpPr>
          <p:cNvPr id="62" name="Google Shape;62;p10"/>
          <p:cNvSpPr txBox="1"/>
          <p:nvPr>
            <p:ph idx="10" type="dt"/>
          </p:nvPr>
        </p:nvSpPr>
        <p:spPr>
          <a:xfrm>
            <a:off x="1435527" y="7340702"/>
            <a:ext cx="4698087" cy="421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 txBox="1"/>
          <p:nvPr>
            <p:ph idx="11" type="ftr"/>
          </p:nvPr>
        </p:nvSpPr>
        <p:spPr>
          <a:xfrm>
            <a:off x="6916629" y="7340702"/>
            <a:ext cx="7047131" cy="421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0"/>
          <p:cNvSpPr txBox="1"/>
          <p:nvPr>
            <p:ph idx="12" type="sldNum"/>
          </p:nvPr>
        </p:nvSpPr>
        <p:spPr>
          <a:xfrm>
            <a:off x="14746774" y="7340702"/>
            <a:ext cx="4698087" cy="421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/>
          <p:nvPr>
            <p:ph type="title"/>
          </p:nvPr>
        </p:nvSpPr>
        <p:spPr>
          <a:xfrm>
            <a:off x="1438247" y="528002"/>
            <a:ext cx="6734468" cy="18480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96"/>
              <a:buFont typeface="Play"/>
              <a:buNone/>
              <a:defRPr sz="3696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1"/>
          <p:cNvSpPr/>
          <p:nvPr>
            <p:ph idx="2" type="pic"/>
          </p:nvPr>
        </p:nvSpPr>
        <p:spPr>
          <a:xfrm>
            <a:off x="8876885" y="1140340"/>
            <a:ext cx="10570696" cy="562836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1"/>
          <p:cNvSpPr txBox="1"/>
          <p:nvPr>
            <p:ph idx="1" type="body"/>
          </p:nvPr>
        </p:nvSpPr>
        <p:spPr>
          <a:xfrm>
            <a:off x="1438247" y="2376011"/>
            <a:ext cx="6734468" cy="440185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/>
            </a:lvl1pPr>
            <a:lvl2pPr indent="-228600" lvl="1" marL="9144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617"/>
              <a:buNone/>
              <a:defRPr sz="1617"/>
            </a:lvl2pPr>
            <a:lvl3pPr indent="-228600" lvl="2" marL="1371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386"/>
              <a:buNone/>
              <a:defRPr sz="1386"/>
            </a:lvl3pPr>
            <a:lvl4pPr indent="-228600" lvl="3" marL="18288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155"/>
              <a:buNone/>
              <a:defRPr sz="1155"/>
            </a:lvl4pPr>
            <a:lvl5pPr indent="-228600" lvl="4" marL="22860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155"/>
              <a:buNone/>
              <a:defRPr sz="1155"/>
            </a:lvl5pPr>
            <a:lvl6pPr indent="-228600" lvl="5" marL="27432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155"/>
              <a:buNone/>
              <a:defRPr sz="1155"/>
            </a:lvl6pPr>
            <a:lvl7pPr indent="-228600" lvl="6" marL="32004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155"/>
              <a:buNone/>
              <a:defRPr sz="1155"/>
            </a:lvl7pPr>
            <a:lvl8pPr indent="-228600" lvl="7" marL="3657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155"/>
              <a:buNone/>
              <a:defRPr sz="1155"/>
            </a:lvl8pPr>
            <a:lvl9pPr indent="-228600" lvl="8" marL="41148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155"/>
              <a:buNone/>
              <a:defRPr sz="1155"/>
            </a:lvl9pPr>
          </a:lstStyle>
          <a:p/>
        </p:txBody>
      </p:sp>
      <p:sp>
        <p:nvSpPr>
          <p:cNvPr id="69" name="Google Shape;69;p11"/>
          <p:cNvSpPr txBox="1"/>
          <p:nvPr>
            <p:ph idx="10" type="dt"/>
          </p:nvPr>
        </p:nvSpPr>
        <p:spPr>
          <a:xfrm>
            <a:off x="1435527" y="7340702"/>
            <a:ext cx="4698087" cy="421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1" type="ftr"/>
          </p:nvPr>
        </p:nvSpPr>
        <p:spPr>
          <a:xfrm>
            <a:off x="6916629" y="7340702"/>
            <a:ext cx="7047131" cy="421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2" type="sldNum"/>
          </p:nvPr>
        </p:nvSpPr>
        <p:spPr>
          <a:xfrm>
            <a:off x="14746774" y="7340702"/>
            <a:ext cx="4698087" cy="421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/>
          <p:nvPr>
            <p:ph type="title"/>
          </p:nvPr>
        </p:nvSpPr>
        <p:spPr>
          <a:xfrm>
            <a:off x="1435527" y="421669"/>
            <a:ext cx="18009335" cy="153084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2"/>
          <p:cNvSpPr txBox="1"/>
          <p:nvPr>
            <p:ph idx="1" type="body"/>
          </p:nvPr>
        </p:nvSpPr>
        <p:spPr>
          <a:xfrm rot="5400000">
            <a:off x="7927599" y="-4383728"/>
            <a:ext cx="5025191" cy="1800933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2"/>
          <p:cNvSpPr txBox="1"/>
          <p:nvPr>
            <p:ph idx="10" type="dt"/>
          </p:nvPr>
        </p:nvSpPr>
        <p:spPr>
          <a:xfrm>
            <a:off x="1435527" y="7340702"/>
            <a:ext cx="4698087" cy="421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1" type="ftr"/>
          </p:nvPr>
        </p:nvSpPr>
        <p:spPr>
          <a:xfrm>
            <a:off x="6916629" y="7340702"/>
            <a:ext cx="7047131" cy="421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2" type="sldNum"/>
          </p:nvPr>
        </p:nvSpPr>
        <p:spPr>
          <a:xfrm>
            <a:off x="14746774" y="7340702"/>
            <a:ext cx="4698087" cy="421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/>
          <p:nvPr>
            <p:ph type="title"/>
          </p:nvPr>
        </p:nvSpPr>
        <p:spPr>
          <a:xfrm rot="5400000">
            <a:off x="13837761" y="1526435"/>
            <a:ext cx="6711866" cy="450233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3"/>
          <p:cNvSpPr txBox="1"/>
          <p:nvPr>
            <p:ph idx="1" type="body"/>
          </p:nvPr>
        </p:nvSpPr>
        <p:spPr>
          <a:xfrm rot="5400000">
            <a:off x="4702592" y="-2845396"/>
            <a:ext cx="6711866" cy="132459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3"/>
          <p:cNvSpPr txBox="1"/>
          <p:nvPr>
            <p:ph idx="10" type="dt"/>
          </p:nvPr>
        </p:nvSpPr>
        <p:spPr>
          <a:xfrm>
            <a:off x="1435527" y="7340702"/>
            <a:ext cx="4698087" cy="421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3"/>
          <p:cNvSpPr txBox="1"/>
          <p:nvPr>
            <p:ph idx="11" type="ftr"/>
          </p:nvPr>
        </p:nvSpPr>
        <p:spPr>
          <a:xfrm>
            <a:off x="6916629" y="7340702"/>
            <a:ext cx="7047131" cy="421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3"/>
          <p:cNvSpPr txBox="1"/>
          <p:nvPr>
            <p:ph idx="12" type="sldNum"/>
          </p:nvPr>
        </p:nvSpPr>
        <p:spPr>
          <a:xfrm>
            <a:off x="14746774" y="7340702"/>
            <a:ext cx="4698087" cy="421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title"/>
          </p:nvPr>
        </p:nvSpPr>
        <p:spPr>
          <a:xfrm>
            <a:off x="1435527" y="421669"/>
            <a:ext cx="18009335" cy="153084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82"/>
              <a:buFont typeface="Play"/>
              <a:buNone/>
              <a:defRPr b="0" i="0" sz="5082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"/>
          <p:cNvSpPr txBox="1"/>
          <p:nvPr>
            <p:ph idx="1" type="body"/>
          </p:nvPr>
        </p:nvSpPr>
        <p:spPr>
          <a:xfrm>
            <a:off x="1435527" y="2108344"/>
            <a:ext cx="18009335" cy="50251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3959" lvl="0" marL="457200" marR="0" rtl="0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3234"/>
              <a:buFont typeface="Arial"/>
              <a:buChar char="•"/>
              <a:defRPr b="0" i="0" sz="3234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4622" lvl="1" marL="914400" marR="0" rtl="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772"/>
              <a:buFont typeface="Arial"/>
              <a:buChar char="•"/>
              <a:defRPr b="0" i="0" sz="277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75285" lvl="2" marL="1371600" marR="0" rtl="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310"/>
              <a:buFont typeface="Arial"/>
              <a:buChar char="•"/>
              <a:defRPr b="0" i="0" sz="231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60617" lvl="3" marL="1828800" marR="0" rtl="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079"/>
              <a:buFont typeface="Arial"/>
              <a:buChar char="•"/>
              <a:defRPr b="0" i="0" sz="207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60617" lvl="4" marL="2286000" marR="0" rtl="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079"/>
              <a:buFont typeface="Arial"/>
              <a:buChar char="•"/>
              <a:defRPr b="0" i="0" sz="207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60617" lvl="5" marL="2743200" marR="0" rtl="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079"/>
              <a:buFont typeface="Arial"/>
              <a:buChar char="•"/>
              <a:defRPr b="0" i="0" sz="207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60617" lvl="6" marL="3200400" marR="0" rtl="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079"/>
              <a:buFont typeface="Arial"/>
              <a:buChar char="•"/>
              <a:defRPr b="0" i="0" sz="207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60616" lvl="7" marL="3657600" marR="0" rtl="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079"/>
              <a:buFont typeface="Arial"/>
              <a:buChar char="•"/>
              <a:defRPr b="0" i="0" sz="207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60616" lvl="8" marL="4114800" marR="0" rtl="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079"/>
              <a:buFont typeface="Arial"/>
              <a:buChar char="•"/>
              <a:defRPr b="0" i="0" sz="207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10" type="dt"/>
          </p:nvPr>
        </p:nvSpPr>
        <p:spPr>
          <a:xfrm>
            <a:off x="1435527" y="7340702"/>
            <a:ext cx="4698087" cy="421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86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6916629" y="7340702"/>
            <a:ext cx="7047131" cy="421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86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14746774" y="7340702"/>
            <a:ext cx="4698087" cy="421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386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386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386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386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386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386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386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386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386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06089" y="21376"/>
            <a:ext cx="8903450" cy="7895796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664042" y="186852"/>
            <a:ext cx="5650395" cy="3663072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"/>
          <p:cNvSpPr txBox="1"/>
          <p:nvPr/>
        </p:nvSpPr>
        <p:spPr>
          <a:xfrm>
            <a:off x="128016" y="-81645"/>
            <a:ext cx="667265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a.</a:t>
            </a:r>
            <a:endParaRPr/>
          </a:p>
        </p:txBody>
      </p:sp>
      <p:sp>
        <p:nvSpPr>
          <p:cNvPr id="92" name="Google Shape;92;p1"/>
          <p:cNvSpPr txBox="1"/>
          <p:nvPr/>
        </p:nvSpPr>
        <p:spPr>
          <a:xfrm>
            <a:off x="5573922" y="-35435"/>
            <a:ext cx="667265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b.</a:t>
            </a:r>
            <a:endParaRPr/>
          </a:p>
        </p:txBody>
      </p:sp>
      <p:sp>
        <p:nvSpPr>
          <p:cNvPr id="93" name="Google Shape;93;p1"/>
          <p:cNvSpPr txBox="1"/>
          <p:nvPr/>
        </p:nvSpPr>
        <p:spPr>
          <a:xfrm>
            <a:off x="5490603" y="3897780"/>
            <a:ext cx="667265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c.</a:t>
            </a:r>
            <a:endParaRPr/>
          </a:p>
        </p:txBody>
      </p:sp>
      <p:sp>
        <p:nvSpPr>
          <p:cNvPr id="94" name="Google Shape;94;p1"/>
          <p:cNvSpPr txBox="1"/>
          <p:nvPr/>
        </p:nvSpPr>
        <p:spPr>
          <a:xfrm>
            <a:off x="16745144" y="6525607"/>
            <a:ext cx="667265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j.</a:t>
            </a:r>
            <a:endParaRPr/>
          </a:p>
        </p:txBody>
      </p:sp>
      <p:sp>
        <p:nvSpPr>
          <p:cNvPr id="95" name="Google Shape;95;p1"/>
          <p:cNvSpPr txBox="1"/>
          <p:nvPr/>
        </p:nvSpPr>
        <p:spPr>
          <a:xfrm>
            <a:off x="11744654" y="2186"/>
            <a:ext cx="667265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d.</a:t>
            </a:r>
            <a:endParaRPr/>
          </a:p>
        </p:txBody>
      </p:sp>
      <p:pic>
        <p:nvPicPr>
          <p:cNvPr id="96" name="Google Shape;96;p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45687" y="4011421"/>
            <a:ext cx="4574036" cy="3901384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" title="xevadb_case2_figure_a.jp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72650" y="83335"/>
            <a:ext cx="4574050" cy="76159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2026-03-17T17:54:26Z</dcterms:created>
  <dc:creator>Feng, Guanqiao</dc:creator>
</cp:coreProperties>
</file>