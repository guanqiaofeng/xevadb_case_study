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3039388" cy="10080625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hfnrVQrRcpZDcEMkrk0w6Yo+xw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71" d="100"/>
          <a:sy n="71" d="100"/>
        </p:scale>
        <p:origin x="248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96838" y="1143000"/>
            <a:ext cx="7051676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96838" y="1143000"/>
            <a:ext cx="7051676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879924" y="1649771"/>
            <a:ext cx="17279542" cy="350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929"/>
              <a:buFont typeface="Play"/>
              <a:buNone/>
              <a:defRPr sz="692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879924" y="5294663"/>
            <a:ext cx="17279542" cy="2433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/>
            </a:lvl1pPr>
            <a:lvl2pPr lvl="1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/>
            </a:lvl2pPr>
            <a:lvl3pPr lvl="2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/>
            </a:lvl3pPr>
            <a:lvl4pPr lvl="3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4pPr>
            <a:lvl5pPr lvl="4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5pPr>
            <a:lvl6pPr lvl="5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6pPr>
            <a:lvl7pPr lvl="6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7pPr>
            <a:lvl8pPr lvl="7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8pPr>
            <a:lvl9pPr lvl="8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19871473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571958" y="2513159"/>
            <a:ext cx="19871473" cy="4193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929"/>
              <a:buFont typeface="Play"/>
              <a:buNone/>
              <a:defRPr sz="692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571958" y="6746086"/>
            <a:ext cx="19871473" cy="2205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rgbClr val="757575"/>
              </a:buClr>
              <a:buSzPts val="2772"/>
              <a:buNone/>
              <a:defRPr sz="277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2310"/>
              <a:buNone/>
              <a:defRPr sz="231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2079"/>
              <a:buNone/>
              <a:defRPr sz="2079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9791740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663690" y="2683501"/>
            <a:ext cx="9791740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586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586960" y="2471154"/>
            <a:ext cx="9746740" cy="121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 b="1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 b="1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 b="1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586960" y="3682228"/>
            <a:ext cx="9746740" cy="5416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663691" y="2471154"/>
            <a:ext cx="9794741" cy="121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 b="1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 b="1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 b="1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663691" y="3682228"/>
            <a:ext cx="9794741" cy="5416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586960" y="672042"/>
            <a:ext cx="7430802" cy="2352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96"/>
              <a:buFont typeface="Play"/>
              <a:buNone/>
              <a:defRPr sz="36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794741" y="1451425"/>
            <a:ext cx="11663690" cy="7163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63296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3696"/>
              <a:buChar char="•"/>
              <a:defRPr sz="3696"/>
            </a:lvl1pPr>
            <a:lvl2pPr marL="914400" lvl="1" indent="-433959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3234"/>
              <a:buChar char="•"/>
              <a:defRPr sz="3234"/>
            </a:lvl2pPr>
            <a:lvl3pPr marL="1371600" lvl="2" indent="-404622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772"/>
              <a:buChar char="•"/>
              <a:defRPr sz="2772"/>
            </a:lvl3pPr>
            <a:lvl4pPr marL="1828800" lvl="3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4pPr>
            <a:lvl5pPr marL="2286000" lvl="4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5pPr>
            <a:lvl6pPr marL="2743200" lvl="5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6pPr>
            <a:lvl7pPr marL="3200400" lvl="6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7pPr>
            <a:lvl8pPr marL="3657600" lvl="7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8pPr>
            <a:lvl9pPr marL="4114800" lvl="8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586960" y="3024189"/>
            <a:ext cx="7430802" cy="560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617"/>
              <a:buNone/>
              <a:defRPr sz="1617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86"/>
              <a:buNone/>
              <a:defRPr sz="1386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586960" y="672042"/>
            <a:ext cx="7430802" cy="2352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96"/>
              <a:buFont typeface="Play"/>
              <a:buNone/>
              <a:defRPr sz="36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794741" y="1451425"/>
            <a:ext cx="11663690" cy="716377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586960" y="3024189"/>
            <a:ext cx="7430802" cy="560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617"/>
              <a:buNone/>
              <a:defRPr sz="1617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86"/>
              <a:buNone/>
              <a:defRPr sz="1386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8321663" y="-4054204"/>
            <a:ext cx="6396064" cy="19871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700063" y="2324198"/>
            <a:ext cx="8542864" cy="4967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4620332" y="-2499674"/>
            <a:ext cx="8542864" cy="14615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82"/>
              <a:buFont typeface="Play"/>
              <a:buNone/>
              <a:defRPr sz="5082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19871473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3959" algn="l" rtl="0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3234"/>
              <a:buFont typeface="Arial"/>
              <a:buChar char="•"/>
              <a:defRPr sz="3234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4622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772"/>
              <a:buFont typeface="Arial"/>
              <a:buChar char="•"/>
              <a:defRPr sz="277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75285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Font typeface="Arial"/>
              <a:buChar char="•"/>
              <a:defRPr sz="231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60616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60616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Picture 120">
            <a:extLst>
              <a:ext uri="{FF2B5EF4-FFF2-40B4-BE49-F238E27FC236}">
                <a16:creationId xmlns:a16="http://schemas.microsoft.com/office/drawing/2014/main" id="{68143CD0-9D15-47C6-ECED-A79E5FD5E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4359" y="163634"/>
            <a:ext cx="4913517" cy="327567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A3957A8C-35D1-E005-AF70-4D6481EBA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75" y="163634"/>
            <a:ext cx="6380902" cy="9405183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09FF32C2-7D53-15BF-3F3B-6BA7E4FB9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216" y="3644979"/>
            <a:ext cx="5944347" cy="3682339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A3DA2CF3-CE82-8BF3-B5D7-8ACB41A570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82477" y="163634"/>
            <a:ext cx="4469177" cy="3224098"/>
          </a:xfrm>
          <a:prstGeom prst="rect">
            <a:avLst/>
          </a:prstGeom>
        </p:spPr>
      </p:pic>
      <p:sp>
        <p:nvSpPr>
          <p:cNvPr id="86" name="Google Shape;91;p1">
            <a:extLst>
              <a:ext uri="{FF2B5EF4-FFF2-40B4-BE49-F238E27FC236}">
                <a16:creationId xmlns:a16="http://schemas.microsoft.com/office/drawing/2014/main" id="{97599C46-1FB6-036C-C072-680130C19ABC}"/>
              </a:ext>
            </a:extLst>
          </p:cNvPr>
          <p:cNvSpPr txBox="1"/>
          <p:nvPr/>
        </p:nvSpPr>
        <p:spPr>
          <a:xfrm>
            <a:off x="125400" y="-2103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05EE47A-1910-C7D9-B683-9447321FF9D1}"/>
              </a:ext>
            </a:extLst>
          </p:cNvPr>
          <p:cNvGrpSpPr/>
          <p:nvPr/>
        </p:nvGrpSpPr>
        <p:grpSpPr>
          <a:xfrm>
            <a:off x="7862160" y="263532"/>
            <a:ext cx="4289823" cy="1221955"/>
            <a:chOff x="5826327" y="263532"/>
            <a:chExt cx="4289823" cy="1221955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A5E091B-7854-C688-3DB9-C135F34BB33E}"/>
                </a:ext>
              </a:extLst>
            </p:cNvPr>
            <p:cNvGrpSpPr/>
            <p:nvPr/>
          </p:nvGrpSpPr>
          <p:grpSpPr>
            <a:xfrm>
              <a:off x="5826327" y="653990"/>
              <a:ext cx="4105332" cy="831497"/>
              <a:chOff x="5809074" y="653990"/>
              <a:chExt cx="4105332" cy="831497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8330F0E-D3B6-4BF2-8063-66156603C4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b="18064"/>
              <a:stretch>
                <a:fillRect/>
              </a:stretch>
            </p:blipFill>
            <p:spPr>
              <a:xfrm>
                <a:off x="5809074" y="678754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8DC4022A-6850-3761-7C0C-034B59A49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b="18064"/>
              <a:stretch>
                <a:fillRect/>
              </a:stretch>
            </p:blipFill>
            <p:spPr>
              <a:xfrm>
                <a:off x="6624344" y="678754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6D61991E-98B2-93CD-E63E-C55B7DE3A7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b="18064"/>
              <a:stretch>
                <a:fillRect/>
              </a:stretch>
            </p:blipFill>
            <p:spPr>
              <a:xfrm>
                <a:off x="7437278" y="670926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04B770A9-090B-D8A8-7CA4-B7283BCEAE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rcRect b="18064"/>
              <a:stretch>
                <a:fillRect/>
              </a:stretch>
            </p:blipFill>
            <p:spPr>
              <a:xfrm>
                <a:off x="8229738" y="662458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4" name="Picture 103">
                <a:extLst>
                  <a:ext uri="{FF2B5EF4-FFF2-40B4-BE49-F238E27FC236}">
                    <a16:creationId xmlns:a16="http://schemas.microsoft.com/office/drawing/2014/main" id="{25FE308D-46D9-838A-AF3B-A73649DC60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b="16568"/>
              <a:stretch>
                <a:fillRect/>
              </a:stretch>
            </p:blipFill>
            <p:spPr>
              <a:xfrm>
                <a:off x="9045895" y="653990"/>
                <a:ext cx="868511" cy="821470"/>
              </a:xfrm>
              <a:prstGeom prst="rect">
                <a:avLst/>
              </a:prstGeom>
            </p:spPr>
          </p:pic>
        </p:grpSp>
        <p:sp>
          <p:nvSpPr>
            <p:cNvPr id="98" name="Right Triangle 97">
              <a:extLst>
                <a:ext uri="{FF2B5EF4-FFF2-40B4-BE49-F238E27FC236}">
                  <a16:creationId xmlns:a16="http://schemas.microsoft.com/office/drawing/2014/main" id="{D0A2976F-0A1E-665B-07E8-52215FC5082B}"/>
                </a:ext>
              </a:extLst>
            </p:cNvPr>
            <p:cNvSpPr/>
            <p:nvPr/>
          </p:nvSpPr>
          <p:spPr>
            <a:xfrm flipH="1">
              <a:off x="5891225" y="263532"/>
              <a:ext cx="3934116" cy="444911"/>
            </a:xfrm>
            <a:prstGeom prst="rt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5F6E2572-E86D-9384-50FB-9E044889FB90}"/>
                </a:ext>
              </a:extLst>
            </p:cNvPr>
            <p:cNvSpPr txBox="1"/>
            <p:nvPr/>
          </p:nvSpPr>
          <p:spPr>
            <a:xfrm>
              <a:off x="8258144" y="389452"/>
              <a:ext cx="185800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Drug Sensitivity</a:t>
              </a:r>
            </a:p>
          </p:txBody>
        </p:sp>
      </p:grpSp>
      <p:graphicFrame>
        <p:nvGraphicFramePr>
          <p:cNvPr id="105" name="Table 104">
            <a:extLst>
              <a:ext uri="{FF2B5EF4-FFF2-40B4-BE49-F238E27FC236}">
                <a16:creationId xmlns:a16="http://schemas.microsoft.com/office/drawing/2014/main" id="{20F0623F-B246-88A2-EA3E-5F72DCF0E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9817048"/>
              </p:ext>
            </p:extLst>
          </p:nvPr>
        </p:nvGraphicFramePr>
        <p:xfrm>
          <a:off x="6779886" y="1479564"/>
          <a:ext cx="5836697" cy="152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3108">
                  <a:extLst>
                    <a:ext uri="{9D8B030D-6E8A-4147-A177-3AD203B41FA5}">
                      <a16:colId xmlns:a16="http://schemas.microsoft.com/office/drawing/2014/main" val="2567247298"/>
                    </a:ext>
                  </a:extLst>
                </a:gridCol>
                <a:gridCol w="790552">
                  <a:extLst>
                    <a:ext uri="{9D8B030D-6E8A-4147-A177-3AD203B41FA5}">
                      <a16:colId xmlns:a16="http://schemas.microsoft.com/office/drawing/2014/main" val="2177772220"/>
                    </a:ext>
                  </a:extLst>
                </a:gridCol>
                <a:gridCol w="846660">
                  <a:extLst>
                    <a:ext uri="{9D8B030D-6E8A-4147-A177-3AD203B41FA5}">
                      <a16:colId xmlns:a16="http://schemas.microsoft.com/office/drawing/2014/main" val="2753472440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1099147240"/>
                    </a:ext>
                  </a:extLst>
                </a:gridCol>
                <a:gridCol w="801188">
                  <a:extLst>
                    <a:ext uri="{9D8B030D-6E8A-4147-A177-3AD203B41FA5}">
                      <a16:colId xmlns:a16="http://schemas.microsoft.com/office/drawing/2014/main" val="389095009"/>
                    </a:ext>
                  </a:extLst>
                </a:gridCol>
                <a:gridCol w="844732">
                  <a:extLst>
                    <a:ext uri="{9D8B030D-6E8A-4147-A177-3AD203B41FA5}">
                      <a16:colId xmlns:a16="http://schemas.microsoft.com/office/drawing/2014/main" val="1109415032"/>
                    </a:ext>
                  </a:extLst>
                </a:gridCol>
                <a:gridCol w="687977">
                  <a:extLst>
                    <a:ext uri="{9D8B030D-6E8A-4147-A177-3AD203B41FA5}">
                      <a16:colId xmlns:a16="http://schemas.microsoft.com/office/drawing/2014/main" val="2717760737"/>
                    </a:ext>
                  </a:extLst>
                </a:gridCol>
              </a:tblGrid>
              <a:tr h="2760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Cat_2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Cat_3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Cat_4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Cat_5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5153670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435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1294971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555364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3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387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3146192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Consensus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299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1267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2168098"/>
                  </a:ext>
                </a:extLst>
              </a:tr>
            </a:tbl>
          </a:graphicData>
        </a:graphic>
      </p:graphicFrame>
      <p:sp>
        <p:nvSpPr>
          <p:cNvPr id="106" name="Google Shape;92;p1">
            <a:extLst>
              <a:ext uri="{FF2B5EF4-FFF2-40B4-BE49-F238E27FC236}">
                <a16:creationId xmlns:a16="http://schemas.microsoft.com/office/drawing/2014/main" id="{55E6CC98-3B7C-629F-EF4E-B16D1B7AED55}"/>
              </a:ext>
            </a:extLst>
          </p:cNvPr>
          <p:cNvSpPr txBox="1"/>
          <p:nvPr/>
        </p:nvSpPr>
        <p:spPr>
          <a:xfrm>
            <a:off x="6468947" y="103021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107" name="Google Shape;93;p1">
            <a:extLst>
              <a:ext uri="{FF2B5EF4-FFF2-40B4-BE49-F238E27FC236}">
                <a16:creationId xmlns:a16="http://schemas.microsoft.com/office/drawing/2014/main" id="{1F39DEF8-E4CA-36F7-B823-2BDEDACF8325}"/>
              </a:ext>
            </a:extLst>
          </p:cNvPr>
          <p:cNvSpPr txBox="1"/>
          <p:nvPr/>
        </p:nvSpPr>
        <p:spPr>
          <a:xfrm flipH="1">
            <a:off x="13028164" y="97451"/>
            <a:ext cx="108062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108" name="Google Shape;95;p1">
            <a:extLst>
              <a:ext uri="{FF2B5EF4-FFF2-40B4-BE49-F238E27FC236}">
                <a16:creationId xmlns:a16="http://schemas.microsoft.com/office/drawing/2014/main" id="{FEC0BC8C-C0A1-DA31-7FC1-44B540225803}"/>
              </a:ext>
            </a:extLst>
          </p:cNvPr>
          <p:cNvSpPr txBox="1"/>
          <p:nvPr/>
        </p:nvSpPr>
        <p:spPr>
          <a:xfrm>
            <a:off x="18482478" y="97451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45865CFB-3C87-230F-72AD-96D148114BE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13295" y="3616391"/>
            <a:ext cx="7843210" cy="3526282"/>
          </a:xfrm>
          <a:prstGeom prst="rect">
            <a:avLst/>
          </a:prstGeom>
        </p:spPr>
      </p:pic>
      <p:sp>
        <p:nvSpPr>
          <p:cNvPr id="110" name="Google Shape;95;p1">
            <a:extLst>
              <a:ext uri="{FF2B5EF4-FFF2-40B4-BE49-F238E27FC236}">
                <a16:creationId xmlns:a16="http://schemas.microsoft.com/office/drawing/2014/main" id="{31C98E1C-CDFE-D09D-A175-4797027519D6}"/>
              </a:ext>
            </a:extLst>
          </p:cNvPr>
          <p:cNvSpPr txBox="1"/>
          <p:nvPr/>
        </p:nvSpPr>
        <p:spPr>
          <a:xfrm>
            <a:off x="6836184" y="3460375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sp>
        <p:nvSpPr>
          <p:cNvPr id="111" name="Google Shape;95;p1">
            <a:extLst>
              <a:ext uri="{FF2B5EF4-FFF2-40B4-BE49-F238E27FC236}">
                <a16:creationId xmlns:a16="http://schemas.microsoft.com/office/drawing/2014/main" id="{E48CE2D4-ED5B-783B-B282-0A26DD36AF07}"/>
              </a:ext>
            </a:extLst>
          </p:cNvPr>
          <p:cNvSpPr txBox="1"/>
          <p:nvPr/>
        </p:nvSpPr>
        <p:spPr>
          <a:xfrm>
            <a:off x="16012481" y="3460334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sp>
        <p:nvSpPr>
          <p:cNvPr id="116" name="Google Shape;95;p1">
            <a:extLst>
              <a:ext uri="{FF2B5EF4-FFF2-40B4-BE49-F238E27FC236}">
                <a16:creationId xmlns:a16="http://schemas.microsoft.com/office/drawing/2014/main" id="{3305D225-37EE-7774-110B-A5AF25DAE9E1}"/>
              </a:ext>
            </a:extLst>
          </p:cNvPr>
          <p:cNvSpPr txBox="1"/>
          <p:nvPr/>
        </p:nvSpPr>
        <p:spPr>
          <a:xfrm>
            <a:off x="6836183" y="7124676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061302A0-3CB8-37B0-BDDB-C1C8A8A82CE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93777" y="7298689"/>
            <a:ext cx="11134018" cy="261830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0EBCB16-AB46-685F-1538-FF6550C4CB1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65695" y="3768791"/>
            <a:ext cx="7843210" cy="35262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</TotalTime>
  <Words>57</Words>
  <Application>Microsoft Macintosh PowerPoint</Application>
  <PresentationFormat>Custom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Play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19</cp:revision>
  <dcterms:created xsi:type="dcterms:W3CDTF">2026-03-17T17:54:26Z</dcterms:created>
  <dcterms:modified xsi:type="dcterms:W3CDTF">2026-07-24T03:06:26Z</dcterms:modified>
</cp:coreProperties>
</file>