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144000" type="letter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gIxyl4bEzcNayDQ1Sc4BGs65vq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/>
    <p:restoredTop sz="95342"/>
  </p:normalViewPr>
  <p:slideViewPr>
    <p:cSldViewPr snapToGrid="0">
      <p:cViewPr>
        <p:scale>
          <a:sx n="172" d="100"/>
          <a:sy n="172" d="100"/>
        </p:scale>
        <p:origin x="1752" y="-4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857251" y="1496485"/>
            <a:ext cx="5143500" cy="3183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857251" y="4802719"/>
            <a:ext cx="5143500" cy="2207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/>
            </a:lvl1pPr>
            <a:lvl2pPr lvl="1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/>
            </a:lvl2pPr>
            <a:lvl3pPr lvl="2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/>
            </a:lvl3pPr>
            <a:lvl4pPr lvl="3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4pPr>
            <a:lvl5pPr lvl="4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5pPr>
            <a:lvl6pPr lvl="5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6pPr>
            <a:lvl7pPr lvl="6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7pPr>
            <a:lvl8pPr lvl="7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8pPr>
            <a:lvl9pPr lvl="8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71488" y="2434168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467917" y="2279654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467917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757575"/>
              </a:buClr>
              <a:buSzPts val="3402"/>
              <a:buNone/>
              <a:defRPr sz="340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835"/>
              <a:buNone/>
              <a:defRPr sz="2835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551"/>
              <a:buNone/>
              <a:defRPr sz="2551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71488" y="2434168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3471863" y="2434168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72382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72381" y="2241554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3471863" y="2241554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472381" y="609603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2915544" y="1316568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6636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4536"/>
              <a:buChar char="•"/>
              <a:defRPr sz="4536"/>
            </a:lvl1pPr>
            <a:lvl2pPr marL="914400" lvl="1" indent="-48063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969"/>
              <a:buChar char="•"/>
              <a:defRPr sz="3969"/>
            </a:lvl2pPr>
            <a:lvl3pPr marL="1371600" lvl="2" indent="-444627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Char char="•"/>
              <a:defRPr sz="3402"/>
            </a:lvl3pPr>
            <a:lvl4pPr marL="1828800" lvl="3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4pPr>
            <a:lvl5pPr marL="2286000" lvl="4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5pPr>
            <a:lvl6pPr marL="2743200" lvl="5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6pPr>
            <a:lvl7pPr marL="3200400" lvl="6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7pPr>
            <a:lvl8pPr marL="3657600" lvl="7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8pPr>
            <a:lvl9pPr marL="4114800" lvl="8" indent="-40862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472381" y="2743203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472381" y="609603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2915544" y="1316568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72381" y="2743203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528109" y="2377549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772575" y="3622017"/>
            <a:ext cx="7749119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1227800" y="2186121"/>
            <a:ext cx="7749119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7"/>
              <a:buFont typeface="Play"/>
              <a:buNone/>
              <a:defRPr sz="6237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471488" y="2434168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80632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969"/>
              <a:buFont typeface="Arial"/>
              <a:buChar char="•"/>
              <a:defRPr sz="396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44627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Font typeface="Arial"/>
              <a:buChar char="•"/>
              <a:defRPr sz="340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08623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Font typeface="Arial"/>
              <a:buChar char="•"/>
              <a:defRPr sz="283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90588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9"/>
          <a:stretch>
            <a:fillRect/>
          </a:stretch>
        </p:blipFill>
        <p:spPr>
          <a:xfrm>
            <a:off x="0" y="76434"/>
            <a:ext cx="208174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4B5A5D9-5AD8-75AE-4076-84B6B19C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030" y="2234889"/>
            <a:ext cx="2027028" cy="1520271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EAE79E3C-B0DE-A67D-5698-8BB0A7276A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3676" y="2275851"/>
            <a:ext cx="1999804" cy="13919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121834"/>
            <a:ext cx="6858000" cy="2516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(a)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(b)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(c)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(d)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(e</a:t>
            </a:r>
            <a:r>
              <a:rPr lang="en-CA" sz="1050"/>
              <a:t>) Cross-cohort </a:t>
            </a:r>
            <a:r>
              <a:rPr lang="en-CA" sz="1050" dirty="0"/>
              <a:t>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7956</TotalTime>
  <Words>250</Words>
  <Application>Microsoft Macintosh PowerPoint</Application>
  <PresentationFormat>Letter Paper (8.5x11 in)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46</cp:revision>
  <dcterms:created xsi:type="dcterms:W3CDTF">2026-03-17T17:54:26Z</dcterms:created>
  <dcterms:modified xsi:type="dcterms:W3CDTF">2026-09-04T20:21:31Z</dcterms:modified>
</cp:coreProperties>
</file>