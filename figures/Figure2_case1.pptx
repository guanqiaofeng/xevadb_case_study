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144000" type="letter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0"/>
    <p:restoredTop sz="95364"/>
  </p:normalViewPr>
  <p:slideViewPr>
    <p:cSldViewPr snapToGrid="0">
      <p:cViewPr>
        <p:scale>
          <a:sx n="214" d="100"/>
          <a:sy n="214" d="100"/>
        </p:scale>
        <p:origin x="1168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65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857251" y="1496485"/>
            <a:ext cx="5143500" cy="3183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857251" y="4802719"/>
            <a:ext cx="5143500" cy="2207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467917" y="2279654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467917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3471863" y="2434168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72382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72381" y="2241554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3471863" y="2241554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472381" y="609603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2915544" y="1316568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472381" y="2743203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472381" y="609603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2915544" y="1316568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72381" y="2743203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28109" y="2377549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772575" y="3622017"/>
            <a:ext cx="7749119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1227800" y="2186121"/>
            <a:ext cx="7749119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471488" y="2434168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39"/>
          <a:stretch>
            <a:fillRect/>
          </a:stretch>
        </p:blipFill>
        <p:spPr>
          <a:xfrm>
            <a:off x="0" y="76434"/>
            <a:ext cx="208174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4B5A5D9-5AD8-75AE-4076-84B6B19C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030" y="2234889"/>
            <a:ext cx="2027028" cy="1520271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AE79E3C-B0DE-A67D-5698-8BB0A7276A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3676" y="2275851"/>
            <a:ext cx="1999804" cy="13919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7915</TotalTime>
  <Words>6</Words>
  <Application>Microsoft Macintosh PowerPoint</Application>
  <PresentationFormat>Letter Paper (8.5x11 in)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44</cp:revision>
  <dcterms:created xsi:type="dcterms:W3CDTF">2026-03-17T17:54:26Z</dcterms:created>
  <dcterms:modified xsi:type="dcterms:W3CDTF">2026-09-03T18:51:51Z</dcterms:modified>
</cp:coreProperties>
</file>