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3399750" cy="10799763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gIxyl4bEzcNayDQ1Sc4BGs65vq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349"/>
  </p:normalViewPr>
  <p:slideViewPr>
    <p:cSldViewPr snapToGrid="0">
      <p:cViewPr varScale="1">
        <p:scale>
          <a:sx n="70" d="100"/>
          <a:sy n="70" d="100"/>
        </p:scale>
        <p:origin x="264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85725" y="1143000"/>
            <a:ext cx="66865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" y="1143000"/>
            <a:ext cx="66865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924972" y="1767463"/>
            <a:ext cx="17549813" cy="3759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924972" y="5672377"/>
            <a:ext cx="17549813" cy="2607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/>
            </a:lvl1pPr>
            <a:lvl2pPr lvl="1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/>
            </a:lvl2pPr>
            <a:lvl3pPr lvl="2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/>
            </a:lvl3pPr>
            <a:lvl4pPr lvl="3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4pPr>
            <a:lvl5pPr lvl="4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5pPr>
            <a:lvl6pPr lvl="5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6pPr>
            <a:lvl7pPr lvl="6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7pPr>
            <a:lvl8pPr lvl="7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8pPr>
            <a:lvl9pPr lvl="8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20182285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596548" y="2692445"/>
            <a:ext cx="20182285" cy="4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596548" y="7227344"/>
            <a:ext cx="20182285" cy="2362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757575"/>
              </a:buClr>
              <a:buSzPts val="3402"/>
              <a:buNone/>
              <a:defRPr sz="3402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835"/>
              <a:buNone/>
              <a:defRPr sz="2835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551"/>
              <a:buNone/>
              <a:defRPr sz="2551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9944894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1846123" y="2874938"/>
            <a:ext cx="9944894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611782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611781" y="2647445"/>
            <a:ext cx="9899190" cy="1297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611781" y="3944913"/>
            <a:ext cx="9899190" cy="580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1846124" y="2647445"/>
            <a:ext cx="9947942" cy="1297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1846124" y="3944913"/>
            <a:ext cx="9947942" cy="580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611781" y="719988"/>
            <a:ext cx="7547028" cy="251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9947943" y="1554968"/>
            <a:ext cx="11846123" cy="7674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6636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4536"/>
              <a:buChar char="•"/>
              <a:defRPr sz="4536"/>
            </a:lvl1pPr>
            <a:lvl2pPr marL="914400" lvl="1" indent="-48063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969"/>
              <a:buChar char="•"/>
              <a:defRPr sz="3969"/>
            </a:lvl2pPr>
            <a:lvl3pPr marL="1371600" lvl="2" indent="-444627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Char char="•"/>
              <a:defRPr sz="3402"/>
            </a:lvl3pPr>
            <a:lvl4pPr marL="1828800" lvl="3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4pPr>
            <a:lvl5pPr marL="2286000" lvl="4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5pPr>
            <a:lvl6pPr marL="2743200" lvl="5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6pPr>
            <a:lvl7pPr marL="3200400" lvl="6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7pPr>
            <a:lvl8pPr marL="3657600" lvl="7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8pPr>
            <a:lvl9pPr marL="4114800" lvl="8" indent="-40862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611781" y="3239932"/>
            <a:ext cx="7547028" cy="600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611781" y="719988"/>
            <a:ext cx="7547028" cy="251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9947943" y="1554968"/>
            <a:ext cx="11846123" cy="7674832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611781" y="3239932"/>
            <a:ext cx="7547028" cy="600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8273702" y="-3790028"/>
            <a:ext cx="6852351" cy="20182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4692081" y="2628354"/>
            <a:ext cx="9152301" cy="504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4454691" y="-2270970"/>
            <a:ext cx="9152301" cy="1484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37"/>
              <a:buFont typeface="Play"/>
              <a:buNone/>
              <a:defRPr sz="6237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20182285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80632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969"/>
              <a:buFont typeface="Arial"/>
              <a:buChar char="•"/>
              <a:defRPr sz="396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44627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Font typeface="Arial"/>
              <a:buChar char="•"/>
              <a:defRPr sz="340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08623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Font typeface="Arial"/>
              <a:buChar char="•"/>
              <a:defRPr sz="283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90588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93;p1">
            <a:extLst>
              <a:ext uri="{FF2B5EF4-FFF2-40B4-BE49-F238E27FC236}">
                <a16:creationId xmlns:a16="http://schemas.microsoft.com/office/drawing/2014/main" id="{A26A9C3E-AFAD-B893-0962-7929727ED853}"/>
              </a:ext>
            </a:extLst>
          </p:cNvPr>
          <p:cNvSpPr txBox="1"/>
          <p:nvPr/>
        </p:nvSpPr>
        <p:spPr>
          <a:xfrm>
            <a:off x="174908" y="28135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sp>
        <p:nvSpPr>
          <p:cNvPr id="199" name="Google Shape;94;p1">
            <a:extLst>
              <a:ext uri="{FF2B5EF4-FFF2-40B4-BE49-F238E27FC236}">
                <a16:creationId xmlns:a16="http://schemas.microsoft.com/office/drawing/2014/main" id="{18D127CE-F949-7C89-6F1C-F7381E1AADF3}"/>
              </a:ext>
            </a:extLst>
          </p:cNvPr>
          <p:cNvSpPr txBox="1"/>
          <p:nvPr/>
        </p:nvSpPr>
        <p:spPr>
          <a:xfrm>
            <a:off x="5349472" y="28135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200" name="Google Shape;95;p1">
            <a:extLst>
              <a:ext uri="{FF2B5EF4-FFF2-40B4-BE49-F238E27FC236}">
                <a16:creationId xmlns:a16="http://schemas.microsoft.com/office/drawing/2014/main" id="{E1736F1E-127D-E931-9019-84737A730140}"/>
              </a:ext>
            </a:extLst>
          </p:cNvPr>
          <p:cNvSpPr txBox="1"/>
          <p:nvPr/>
        </p:nvSpPr>
        <p:spPr>
          <a:xfrm>
            <a:off x="9669105" y="301974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201" name="Google Shape;99;p1">
            <a:extLst>
              <a:ext uri="{FF2B5EF4-FFF2-40B4-BE49-F238E27FC236}">
                <a16:creationId xmlns:a16="http://schemas.microsoft.com/office/drawing/2014/main" id="{CF6DDB1C-C9D5-982D-4D09-833B127A2837}"/>
              </a:ext>
            </a:extLst>
          </p:cNvPr>
          <p:cNvSpPr txBox="1"/>
          <p:nvPr/>
        </p:nvSpPr>
        <p:spPr>
          <a:xfrm>
            <a:off x="16252476" y="301974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d</a:t>
            </a:r>
            <a:endParaRPr dirty="0"/>
          </a:p>
        </p:txBody>
      </p:sp>
      <p:sp>
        <p:nvSpPr>
          <p:cNvPr id="202" name="Google Shape;135;p1">
            <a:extLst>
              <a:ext uri="{FF2B5EF4-FFF2-40B4-BE49-F238E27FC236}">
                <a16:creationId xmlns:a16="http://schemas.microsoft.com/office/drawing/2014/main" id="{2286F144-0098-EE85-F655-62675975370B}"/>
              </a:ext>
            </a:extLst>
          </p:cNvPr>
          <p:cNvSpPr txBox="1"/>
          <p:nvPr/>
        </p:nvSpPr>
        <p:spPr>
          <a:xfrm>
            <a:off x="5585127" y="5284575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pic>
        <p:nvPicPr>
          <p:cNvPr id="205" name="Picture 204">
            <a:extLst>
              <a:ext uri="{FF2B5EF4-FFF2-40B4-BE49-F238E27FC236}">
                <a16:creationId xmlns:a16="http://schemas.microsoft.com/office/drawing/2014/main" id="{5CEC6E7E-2237-0903-7F29-783CD0A09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2737" y="312349"/>
            <a:ext cx="6097289" cy="2232810"/>
          </a:xfrm>
          <a:prstGeom prst="rect">
            <a:avLst/>
          </a:prstGeom>
        </p:spPr>
      </p:pic>
      <p:pic>
        <p:nvPicPr>
          <p:cNvPr id="206" name="Picture 205">
            <a:extLst>
              <a:ext uri="{FF2B5EF4-FFF2-40B4-BE49-F238E27FC236}">
                <a16:creationId xmlns:a16="http://schemas.microsoft.com/office/drawing/2014/main" id="{CD0863BC-9899-F469-B76D-C4A6D60F4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6995" y="2628726"/>
            <a:ext cx="6081767" cy="2227126"/>
          </a:xfrm>
          <a:prstGeom prst="rect">
            <a:avLst/>
          </a:prstGeom>
        </p:spPr>
      </p:pic>
      <p:pic>
        <p:nvPicPr>
          <p:cNvPr id="207" name="Picture 206">
            <a:extLst>
              <a:ext uri="{FF2B5EF4-FFF2-40B4-BE49-F238E27FC236}">
                <a16:creationId xmlns:a16="http://schemas.microsoft.com/office/drawing/2014/main" id="{071A8CA3-2BF2-8B78-A067-6341550D0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8293" y="312349"/>
            <a:ext cx="3429000" cy="4660900"/>
          </a:xfrm>
          <a:prstGeom prst="rect">
            <a:avLst/>
          </a:prstGeom>
        </p:spPr>
      </p:pic>
      <p:pic>
        <p:nvPicPr>
          <p:cNvPr id="221" name="Picture 220">
            <a:extLst>
              <a:ext uri="{FF2B5EF4-FFF2-40B4-BE49-F238E27FC236}">
                <a16:creationId xmlns:a16="http://schemas.microsoft.com/office/drawing/2014/main" id="{46E43D71-B652-D83D-D673-B60F8A577D2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439"/>
          <a:stretch>
            <a:fillRect/>
          </a:stretch>
        </p:blipFill>
        <p:spPr>
          <a:xfrm>
            <a:off x="18287" y="623635"/>
            <a:ext cx="5598293" cy="95524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E7890C6-34DD-F0FC-D3B0-F014713F57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91724" y="528414"/>
            <a:ext cx="5795053" cy="40334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F54CDE-D16C-D070-E91A-BEE41B2477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79393" y="4973249"/>
            <a:ext cx="3212199" cy="2017217"/>
          </a:xfrm>
          <a:prstGeom prst="rect">
            <a:avLst/>
          </a:prstGeom>
        </p:spPr>
      </p:pic>
      <p:sp>
        <p:nvSpPr>
          <p:cNvPr id="19" name="Google Shape;99;p1">
            <a:extLst>
              <a:ext uri="{FF2B5EF4-FFF2-40B4-BE49-F238E27FC236}">
                <a16:creationId xmlns:a16="http://schemas.microsoft.com/office/drawing/2014/main" id="{C3947DFD-D14B-76E8-D7AB-11A77AD67DA7}"/>
              </a:ext>
            </a:extLst>
          </p:cNvPr>
          <p:cNvSpPr txBox="1"/>
          <p:nvPr/>
        </p:nvSpPr>
        <p:spPr>
          <a:xfrm>
            <a:off x="9983268" y="5191389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B13D539-4D7E-05E2-E210-EE8F66FE14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7923" y="5084575"/>
            <a:ext cx="3487483" cy="550879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D66B22-1BE9-EAD9-703D-AF136E614AB5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8571" r="6260" b="17770"/>
          <a:stretch>
            <a:fillRect/>
          </a:stretch>
        </p:blipFill>
        <p:spPr>
          <a:xfrm>
            <a:off x="10012509" y="7101792"/>
            <a:ext cx="4672756" cy="360290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9E68AA6-9F4C-4AB3-E6A6-A7FAFC446A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434363" y="5376034"/>
            <a:ext cx="6808775" cy="5106581"/>
          </a:xfrm>
          <a:prstGeom prst="rect">
            <a:avLst/>
          </a:prstGeom>
        </p:spPr>
      </p:pic>
      <p:sp>
        <p:nvSpPr>
          <p:cNvPr id="210" name="Google Shape;99;p1">
            <a:extLst>
              <a:ext uri="{FF2B5EF4-FFF2-40B4-BE49-F238E27FC236}">
                <a16:creationId xmlns:a16="http://schemas.microsoft.com/office/drawing/2014/main" id="{E7A6191E-6CC9-9BE5-90F0-7FF4DB5C9A40}"/>
              </a:ext>
            </a:extLst>
          </p:cNvPr>
          <p:cNvSpPr txBox="1"/>
          <p:nvPr/>
        </p:nvSpPr>
        <p:spPr>
          <a:xfrm>
            <a:off x="15429915" y="5192517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7879</TotalTime>
  <Words>8</Words>
  <Application>Microsoft Macintosh PowerPoint</Application>
  <PresentationFormat>Custom</PresentationFormat>
  <Paragraphs>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36</cp:revision>
  <dcterms:created xsi:type="dcterms:W3CDTF">2026-03-17T17:54:26Z</dcterms:created>
  <dcterms:modified xsi:type="dcterms:W3CDTF">2026-07-23T19:21:40Z</dcterms:modified>
</cp:coreProperties>
</file>