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9720250" cx="20880375"/>
  <p:notesSz cx="6858000" cy="9144000"/>
  <p:embeddedFontLst>
    <p:embeddedFont>
      <p:font typeface="Play"/>
      <p:regular r:id="rId6"/>
      <p:bold r:id="rId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gIxyl4bEzcNayDQ1Sc4BGs65vq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font" Target="fonts/Play-regular.fntdata"/><Relationship Id="rId7" Type="http://schemas.openxmlformats.org/officeDocument/2006/relationships/font" Target="fonts/Play-bold.fntdata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" y="1143000"/>
            <a:ext cx="6629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114300" y="1143000"/>
            <a:ext cx="6629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2610049" y="1590794"/>
            <a:ext cx="15660291" cy="33840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4"/>
              <a:buFont typeface="Play"/>
              <a:buNone/>
              <a:defRPr sz="8504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2610049" y="5105389"/>
            <a:ext cx="15660291" cy="2346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3402"/>
              <a:buNone/>
              <a:defRPr sz="3402"/>
            </a:lvl1pPr>
            <a:lvl2pPr lvl="1" algn="ctr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835"/>
              <a:buNone/>
              <a:defRPr sz="2835"/>
            </a:lvl2pPr>
            <a:lvl3pPr lvl="2" algn="ctr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551"/>
              <a:buNone/>
              <a:defRPr sz="2551"/>
            </a:lvl3pPr>
            <a:lvl4pPr lvl="3" algn="ctr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/>
            </a:lvl4pPr>
            <a:lvl5pPr lvl="4" algn="ctr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/>
            </a:lvl5pPr>
            <a:lvl6pPr lvl="5" algn="ctr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/>
            </a:lvl6pPr>
            <a:lvl7pPr lvl="6" algn="ctr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/>
            </a:lvl7pPr>
            <a:lvl8pPr lvl="7" algn="ctr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/>
            </a:lvl8pPr>
            <a:lvl9pPr lvl="8" algn="ctr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1435527" y="9009244"/>
            <a:ext cx="4698087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6916629" y="9009244"/>
            <a:ext cx="7047131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14746774" y="9009244"/>
            <a:ext cx="4698087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1435527" y="517514"/>
            <a:ext cx="18009335" cy="1878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1435527" y="2587570"/>
            <a:ext cx="18009335" cy="61674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1435527" y="9009244"/>
            <a:ext cx="4698087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6916629" y="9009244"/>
            <a:ext cx="7047131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14746774" y="9009244"/>
            <a:ext cx="4698087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1424651" y="2423317"/>
            <a:ext cx="18009335" cy="40433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4"/>
              <a:buFont typeface="Play"/>
              <a:buNone/>
              <a:defRPr sz="8504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1424651" y="6504927"/>
            <a:ext cx="18009335" cy="21263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rgbClr val="757575"/>
              </a:buClr>
              <a:buSzPts val="3402"/>
              <a:buNone/>
              <a:defRPr sz="3402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rgbClr val="757575"/>
              </a:buClr>
              <a:buSzPts val="2835"/>
              <a:buNone/>
              <a:defRPr sz="2835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rgbClr val="757575"/>
              </a:buClr>
              <a:buSzPts val="2551"/>
              <a:buNone/>
              <a:defRPr sz="2551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rgbClr val="757575"/>
              </a:buClr>
              <a:buSzPts val="2268"/>
              <a:buNone/>
              <a:defRPr sz="2268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rgbClr val="757575"/>
              </a:buClr>
              <a:buSzPts val="2268"/>
              <a:buNone/>
              <a:defRPr sz="2268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rgbClr val="757575"/>
              </a:buClr>
              <a:buSzPts val="2268"/>
              <a:buNone/>
              <a:defRPr sz="2268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rgbClr val="757575"/>
              </a:buClr>
              <a:buSzPts val="2268"/>
              <a:buNone/>
              <a:defRPr sz="2268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rgbClr val="757575"/>
              </a:buClr>
              <a:buSzPts val="2268"/>
              <a:buNone/>
              <a:defRPr sz="2268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rgbClr val="757575"/>
              </a:buClr>
              <a:buSzPts val="2268"/>
              <a:buNone/>
              <a:defRPr sz="2268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1435527" y="9009244"/>
            <a:ext cx="4698087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6916629" y="9009244"/>
            <a:ext cx="7047131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14746774" y="9009244"/>
            <a:ext cx="4698087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1435527" y="517514"/>
            <a:ext cx="18009335" cy="1878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1435527" y="2587570"/>
            <a:ext cx="8874165" cy="61674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10570696" y="2587570"/>
            <a:ext cx="8874165" cy="61674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1435527" y="9009244"/>
            <a:ext cx="4698087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6916629" y="9009244"/>
            <a:ext cx="7047131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14746774" y="9009244"/>
            <a:ext cx="4698087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1438246" y="517514"/>
            <a:ext cx="18009335" cy="1878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1438247" y="2382815"/>
            <a:ext cx="8833382" cy="11677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3402"/>
              <a:buNone/>
              <a:defRPr b="1" sz="3402"/>
            </a:lvl1pPr>
            <a:lvl2pPr indent="-228600" lvl="1" marL="914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835"/>
              <a:buNone/>
              <a:defRPr b="1" sz="2835"/>
            </a:lvl2pPr>
            <a:lvl3pPr indent="-228600" lvl="2" marL="1371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551"/>
              <a:buNone/>
              <a:defRPr b="1" sz="2551"/>
            </a:lvl3pPr>
            <a:lvl4pPr indent="-228600" lvl="3" marL="1828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b="1" sz="2268"/>
            </a:lvl4pPr>
            <a:lvl5pPr indent="-228600" lvl="4" marL="22860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b="1" sz="2268"/>
            </a:lvl5pPr>
            <a:lvl6pPr indent="-228600" lvl="5" marL="27432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b="1" sz="2268"/>
            </a:lvl6pPr>
            <a:lvl7pPr indent="-228600" lvl="6" marL="3200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b="1" sz="2268"/>
            </a:lvl7pPr>
            <a:lvl8pPr indent="-228600" lvl="7" marL="3657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b="1" sz="2268"/>
            </a:lvl8pPr>
            <a:lvl9pPr indent="-228600" lvl="8" marL="4114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b="1" sz="2268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1438247" y="3550596"/>
            <a:ext cx="8833382" cy="52223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10570696" y="2382815"/>
            <a:ext cx="8876885" cy="11677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3402"/>
              <a:buNone/>
              <a:defRPr b="1" sz="3402"/>
            </a:lvl1pPr>
            <a:lvl2pPr indent="-228600" lvl="1" marL="914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835"/>
              <a:buNone/>
              <a:defRPr b="1" sz="2835"/>
            </a:lvl2pPr>
            <a:lvl3pPr indent="-228600" lvl="2" marL="1371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551"/>
              <a:buNone/>
              <a:defRPr b="1" sz="2551"/>
            </a:lvl3pPr>
            <a:lvl4pPr indent="-228600" lvl="3" marL="1828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b="1" sz="2268"/>
            </a:lvl4pPr>
            <a:lvl5pPr indent="-228600" lvl="4" marL="22860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b="1" sz="2268"/>
            </a:lvl5pPr>
            <a:lvl6pPr indent="-228600" lvl="5" marL="27432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b="1" sz="2268"/>
            </a:lvl6pPr>
            <a:lvl7pPr indent="-228600" lvl="6" marL="3200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b="1" sz="2268"/>
            </a:lvl7pPr>
            <a:lvl8pPr indent="-228600" lvl="7" marL="3657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b="1" sz="2268"/>
            </a:lvl8pPr>
            <a:lvl9pPr indent="-228600" lvl="8" marL="4114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b="1" sz="2268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10570696" y="3550596"/>
            <a:ext cx="8876885" cy="52223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1435527" y="9009244"/>
            <a:ext cx="4698087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6916629" y="9009244"/>
            <a:ext cx="7047131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14746774" y="9009244"/>
            <a:ext cx="4698087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1435527" y="517514"/>
            <a:ext cx="18009335" cy="1878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1435527" y="9009244"/>
            <a:ext cx="4698087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6916629" y="9009244"/>
            <a:ext cx="7047131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14746774" y="9009244"/>
            <a:ext cx="4698087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idx="10" type="dt"/>
          </p:nvPr>
        </p:nvSpPr>
        <p:spPr>
          <a:xfrm>
            <a:off x="1435527" y="9009244"/>
            <a:ext cx="4698087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6916629" y="9009244"/>
            <a:ext cx="7047131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14746774" y="9009244"/>
            <a:ext cx="4698087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1438247" y="648018"/>
            <a:ext cx="6734468" cy="22680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36"/>
              <a:buFont typeface="Play"/>
              <a:buNone/>
              <a:defRPr sz="4536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8876885" y="1399539"/>
            <a:ext cx="10570696" cy="6907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16636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4536"/>
              <a:buChar char="•"/>
              <a:defRPr sz="4536"/>
            </a:lvl1pPr>
            <a:lvl2pPr indent="-480632" lvl="1" marL="914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3969"/>
              <a:buChar char="•"/>
              <a:defRPr sz="3969"/>
            </a:lvl2pPr>
            <a:lvl3pPr indent="-444627" lvl="2" marL="1371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3402"/>
              <a:buChar char="•"/>
              <a:defRPr sz="3402"/>
            </a:lvl3pPr>
            <a:lvl4pPr indent="-408623" lvl="3" marL="1828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835"/>
              <a:buChar char="•"/>
              <a:defRPr sz="2835"/>
            </a:lvl4pPr>
            <a:lvl5pPr indent="-408623" lvl="4" marL="22860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835"/>
              <a:buChar char="•"/>
              <a:defRPr sz="2835"/>
            </a:lvl5pPr>
            <a:lvl6pPr indent="-408623" lvl="5" marL="27432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835"/>
              <a:buChar char="•"/>
              <a:defRPr sz="2835"/>
            </a:lvl6pPr>
            <a:lvl7pPr indent="-408623" lvl="6" marL="3200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835"/>
              <a:buChar char="•"/>
              <a:defRPr sz="2835"/>
            </a:lvl7pPr>
            <a:lvl8pPr indent="-408623" lvl="7" marL="3657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835"/>
              <a:buChar char="•"/>
              <a:defRPr sz="2835"/>
            </a:lvl8pPr>
            <a:lvl9pPr indent="-408622" lvl="8" marL="4114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835"/>
              <a:buChar char="•"/>
              <a:defRPr sz="2835"/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1438247" y="2916079"/>
            <a:ext cx="6734468" cy="54023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/>
            </a:lvl1pPr>
            <a:lvl2pPr indent="-228600" lvl="1" marL="914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984"/>
              <a:buNone/>
              <a:defRPr sz="1984"/>
            </a:lvl2pPr>
            <a:lvl3pPr indent="-228600" lvl="2" marL="1371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701"/>
              <a:buNone/>
              <a:defRPr sz="1701"/>
            </a:lvl3pPr>
            <a:lvl4pPr indent="-228600" lvl="3" marL="1828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4pPr>
            <a:lvl5pPr indent="-228600" lvl="4" marL="22860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5pPr>
            <a:lvl6pPr indent="-228600" lvl="5" marL="27432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6pPr>
            <a:lvl7pPr indent="-228600" lvl="6" marL="3200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7pPr>
            <a:lvl8pPr indent="-228600" lvl="7" marL="3657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8pPr>
            <a:lvl9pPr indent="-228600" lvl="8" marL="4114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9pPr>
          </a:lstStyle>
          <a:p/>
        </p:txBody>
      </p:sp>
      <p:sp>
        <p:nvSpPr>
          <p:cNvPr id="62" name="Google Shape;62;p10"/>
          <p:cNvSpPr txBox="1"/>
          <p:nvPr>
            <p:ph idx="10" type="dt"/>
          </p:nvPr>
        </p:nvSpPr>
        <p:spPr>
          <a:xfrm>
            <a:off x="1435527" y="9009244"/>
            <a:ext cx="4698087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6916629" y="9009244"/>
            <a:ext cx="7047131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14746774" y="9009244"/>
            <a:ext cx="4698087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1438247" y="648018"/>
            <a:ext cx="6734468" cy="22680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36"/>
              <a:buFont typeface="Play"/>
              <a:buNone/>
              <a:defRPr sz="4536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/>
          <p:nvPr>
            <p:ph idx="2" type="pic"/>
          </p:nvPr>
        </p:nvSpPr>
        <p:spPr>
          <a:xfrm>
            <a:off x="8876885" y="1399539"/>
            <a:ext cx="10570696" cy="6907687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1438247" y="2916079"/>
            <a:ext cx="6734468" cy="54023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/>
            </a:lvl1pPr>
            <a:lvl2pPr indent="-228600" lvl="1" marL="914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984"/>
              <a:buNone/>
              <a:defRPr sz="1984"/>
            </a:lvl2pPr>
            <a:lvl3pPr indent="-228600" lvl="2" marL="1371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701"/>
              <a:buNone/>
              <a:defRPr sz="1701"/>
            </a:lvl3pPr>
            <a:lvl4pPr indent="-228600" lvl="3" marL="1828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4pPr>
            <a:lvl5pPr indent="-228600" lvl="4" marL="22860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5pPr>
            <a:lvl6pPr indent="-228600" lvl="5" marL="27432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6pPr>
            <a:lvl7pPr indent="-228600" lvl="6" marL="3200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7pPr>
            <a:lvl8pPr indent="-228600" lvl="7" marL="3657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8pPr>
            <a:lvl9pPr indent="-228600" lvl="8" marL="4114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1435527" y="9009244"/>
            <a:ext cx="4698087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6916629" y="9009244"/>
            <a:ext cx="7047131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14746774" y="9009244"/>
            <a:ext cx="4698087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1435527" y="517514"/>
            <a:ext cx="18009335" cy="1878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 rot="5400000">
            <a:off x="7356485" y="-3333388"/>
            <a:ext cx="6167418" cy="180093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0" type="dt"/>
          </p:nvPr>
        </p:nvSpPr>
        <p:spPr>
          <a:xfrm>
            <a:off x="1435527" y="9009244"/>
            <a:ext cx="4698087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6916629" y="9009244"/>
            <a:ext cx="7047131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14746774" y="9009244"/>
            <a:ext cx="4698087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 rot="5400000">
            <a:off x="13074957" y="2385084"/>
            <a:ext cx="8237474" cy="45023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" type="body"/>
          </p:nvPr>
        </p:nvSpPr>
        <p:spPr>
          <a:xfrm rot="5400000">
            <a:off x="3939788" y="-1986747"/>
            <a:ext cx="8237474" cy="13245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0" type="dt"/>
          </p:nvPr>
        </p:nvSpPr>
        <p:spPr>
          <a:xfrm>
            <a:off x="1435527" y="9009244"/>
            <a:ext cx="4698087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6916629" y="9009244"/>
            <a:ext cx="7047131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14746774" y="9009244"/>
            <a:ext cx="4698087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1435527" y="517514"/>
            <a:ext cx="18009335" cy="1878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37"/>
              <a:buFont typeface="Play"/>
              <a:buNone/>
              <a:defRPr b="0" i="0" sz="6237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1435527" y="2587570"/>
            <a:ext cx="18009335" cy="61674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80632" lvl="0" marL="457200" marR="0" rtl="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3969"/>
              <a:buFont typeface="Arial"/>
              <a:buChar char="•"/>
              <a:defRPr b="0" i="0" sz="396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44627" lvl="1" marL="914400" marR="0" rtl="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3402"/>
              <a:buFont typeface="Arial"/>
              <a:buChar char="•"/>
              <a:defRPr b="0" i="0" sz="340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08623" lvl="2" marL="1371600" marR="0" rtl="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835"/>
              <a:buFont typeface="Arial"/>
              <a:buChar char="•"/>
              <a:defRPr b="0" i="0" sz="283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0588" lvl="3" marL="1828800" marR="0" rtl="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551"/>
              <a:buFont typeface="Arial"/>
              <a:buChar char="•"/>
              <a:defRPr b="0" i="0" sz="255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0589" lvl="4" marL="2286000" marR="0" rtl="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551"/>
              <a:buFont typeface="Arial"/>
              <a:buChar char="•"/>
              <a:defRPr b="0" i="0" sz="255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0589" lvl="5" marL="2743200" marR="0" rtl="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551"/>
              <a:buFont typeface="Arial"/>
              <a:buChar char="•"/>
              <a:defRPr b="0" i="0" sz="255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0589" lvl="6" marL="3200400" marR="0" rtl="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551"/>
              <a:buFont typeface="Arial"/>
              <a:buChar char="•"/>
              <a:defRPr b="0" i="0" sz="255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0589" lvl="7" marL="3657600" marR="0" rtl="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551"/>
              <a:buFont typeface="Arial"/>
              <a:buChar char="•"/>
              <a:defRPr b="0" i="0" sz="255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0589" lvl="8" marL="4114800" marR="0" rtl="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551"/>
              <a:buFont typeface="Arial"/>
              <a:buChar char="•"/>
              <a:defRPr b="0" i="0" sz="255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1435527" y="9009244"/>
            <a:ext cx="4698087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1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6916629" y="9009244"/>
            <a:ext cx="7047131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1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14746774" y="9009244"/>
            <a:ext cx="4698087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701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701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701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701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701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701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701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701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701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11" Type="http://schemas.openxmlformats.org/officeDocument/2006/relationships/image" Target="../media/image2.png"/><Relationship Id="rId10" Type="http://schemas.openxmlformats.org/officeDocument/2006/relationships/image" Target="../media/image7.png"/><Relationship Id="rId12" Type="http://schemas.openxmlformats.org/officeDocument/2006/relationships/image" Target="../media/image9.png"/><Relationship Id="rId9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1.png"/><Relationship Id="rId7" Type="http://schemas.openxmlformats.org/officeDocument/2006/relationships/image" Target="../media/image4.png"/><Relationship Id="rId8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aph of different colored boxes&#10;&#10;AI-generated content may be incorrect." id="89" name="Google Shape;8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33921" y="6761606"/>
            <a:ext cx="3652990" cy="26361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aph of a model&#10;&#10;AI-generated content may be incorrect." id="90" name="Google Shape;9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21142" y="3617862"/>
            <a:ext cx="6531538" cy="28885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aph of numbers and letters&#10;&#10;AI-generated content may be incorrect." id="91" name="Google Shape;91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62331" y="4310203"/>
            <a:ext cx="4356000" cy="50513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aph of a number of cells&#10;&#10;AI-generated content may be incorrect." id="92" name="Google Shape;92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76310" y="384289"/>
            <a:ext cx="2339908" cy="3399126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"/>
          <p:cNvSpPr txBox="1"/>
          <p:nvPr/>
        </p:nvSpPr>
        <p:spPr>
          <a:xfrm>
            <a:off x="128016" y="0"/>
            <a:ext cx="6672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3356557" y="0"/>
            <a:ext cx="6672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6498616" y="0"/>
            <a:ext cx="6672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c.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12856884" y="30997"/>
            <a:ext cx="6672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d.</a:t>
            </a:r>
            <a:endParaRPr/>
          </a:p>
        </p:txBody>
      </p:sp>
      <p:sp>
        <p:nvSpPr>
          <p:cNvPr id="97" name="Google Shape;97;p1"/>
          <p:cNvSpPr txBox="1"/>
          <p:nvPr/>
        </p:nvSpPr>
        <p:spPr>
          <a:xfrm>
            <a:off x="16817755" y="30997"/>
            <a:ext cx="6672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</a:t>
            </a:r>
            <a:endParaRPr/>
          </a:p>
        </p:txBody>
      </p:sp>
      <p:sp>
        <p:nvSpPr>
          <p:cNvPr id="98" name="Google Shape;98;p1"/>
          <p:cNvSpPr txBox="1"/>
          <p:nvPr/>
        </p:nvSpPr>
        <p:spPr>
          <a:xfrm>
            <a:off x="8290937" y="4188153"/>
            <a:ext cx="6672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g.</a:t>
            </a:r>
            <a:endParaRPr/>
          </a:p>
        </p:txBody>
      </p:sp>
      <p:sp>
        <p:nvSpPr>
          <p:cNvPr id="99" name="Google Shape;99;p1"/>
          <p:cNvSpPr txBox="1"/>
          <p:nvPr/>
        </p:nvSpPr>
        <p:spPr>
          <a:xfrm>
            <a:off x="12685513" y="4083916"/>
            <a:ext cx="6672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h.</a:t>
            </a:r>
            <a:endParaRPr/>
          </a:p>
        </p:txBody>
      </p:sp>
      <p:pic>
        <p:nvPicPr>
          <p:cNvPr descr="A graph showing a number of growth bars&#10;&#10;AI-generated content may be incorrect." id="100" name="Google Shape;100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98702" y="461174"/>
            <a:ext cx="6140344" cy="30269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aph of a positive rate&#10;&#10;AI-generated content may be incorrect." id="101" name="Google Shape;101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7175628" y="293521"/>
            <a:ext cx="3520595" cy="31294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aph of a number of different colored bars&#10;&#10;AI-generated content may be incorrect." id="102" name="Google Shape;102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980101" y="417203"/>
            <a:ext cx="3685851" cy="294868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"/>
          <p:cNvSpPr/>
          <p:nvPr/>
        </p:nvSpPr>
        <p:spPr>
          <a:xfrm rot="5400000">
            <a:off x="8171043" y="5018156"/>
            <a:ext cx="127224" cy="175093"/>
          </a:xfrm>
          <a:prstGeom prst="triangle">
            <a:avLst>
              <a:gd fmla="val 50000" name="adj"/>
            </a:avLst>
          </a:prstGeom>
          <a:solidFill>
            <a:srgbClr val="1A7B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/>
          <p:nvPr/>
        </p:nvSpPr>
        <p:spPr>
          <a:xfrm rot="5400000">
            <a:off x="8171043" y="4817349"/>
            <a:ext cx="127224" cy="175093"/>
          </a:xfrm>
          <a:prstGeom prst="triangle">
            <a:avLst>
              <a:gd fmla="val 50000" name="adj"/>
            </a:avLst>
          </a:prstGeom>
          <a:solidFill>
            <a:srgbClr val="1A7B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/>
          <p:nvPr/>
        </p:nvSpPr>
        <p:spPr>
          <a:xfrm rot="5400000">
            <a:off x="8171043" y="7368640"/>
            <a:ext cx="127224" cy="175093"/>
          </a:xfrm>
          <a:prstGeom prst="triangle">
            <a:avLst>
              <a:gd fmla="val 50000" name="adj"/>
            </a:avLst>
          </a:prstGeom>
          <a:solidFill>
            <a:srgbClr val="1A7B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/>
          <p:nvPr/>
        </p:nvSpPr>
        <p:spPr>
          <a:xfrm rot="5400000">
            <a:off x="8171043" y="5997114"/>
            <a:ext cx="127224" cy="175093"/>
          </a:xfrm>
          <a:prstGeom prst="triangle">
            <a:avLst>
              <a:gd fmla="val 50000" name="adj"/>
            </a:avLst>
          </a:prstGeom>
          <a:solidFill>
            <a:srgbClr val="1A7B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/>
          <p:nvPr/>
        </p:nvSpPr>
        <p:spPr>
          <a:xfrm rot="5400000">
            <a:off x="8171043" y="7167833"/>
            <a:ext cx="127224" cy="175093"/>
          </a:xfrm>
          <a:prstGeom prst="triangle">
            <a:avLst>
              <a:gd fmla="val 50000" name="adj"/>
            </a:avLst>
          </a:prstGeom>
          <a:solidFill>
            <a:srgbClr val="1A7B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/>
          <p:nvPr/>
        </p:nvSpPr>
        <p:spPr>
          <a:xfrm rot="5400000">
            <a:off x="8171043" y="6582474"/>
            <a:ext cx="127224" cy="175093"/>
          </a:xfrm>
          <a:prstGeom prst="triangle">
            <a:avLst>
              <a:gd fmla="val 50000" name="adj"/>
            </a:avLst>
          </a:prstGeom>
          <a:solidFill>
            <a:srgbClr val="1A7B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/>
          <p:nvPr/>
        </p:nvSpPr>
        <p:spPr>
          <a:xfrm rot="5400000">
            <a:off x="8171043" y="5411755"/>
            <a:ext cx="127224" cy="175093"/>
          </a:xfrm>
          <a:prstGeom prst="triangle">
            <a:avLst>
              <a:gd fmla="val 50000" name="adj"/>
            </a:avLst>
          </a:prstGeom>
          <a:solidFill>
            <a:srgbClr val="1A7B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/>
          <p:nvPr/>
        </p:nvSpPr>
        <p:spPr>
          <a:xfrm rot="5400000">
            <a:off x="8171043" y="8165713"/>
            <a:ext cx="127224" cy="175093"/>
          </a:xfrm>
          <a:prstGeom prst="triangle">
            <a:avLst>
              <a:gd fmla="val 50000" name="adj"/>
            </a:avLst>
          </a:prstGeom>
          <a:solidFill>
            <a:srgbClr val="1A7B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/>
          <p:nvPr/>
        </p:nvSpPr>
        <p:spPr>
          <a:xfrm rot="5400000">
            <a:off x="8171871" y="7753192"/>
            <a:ext cx="127224" cy="175093"/>
          </a:xfrm>
          <a:prstGeom prst="triangle">
            <a:avLst>
              <a:gd fmla="val 50000" name="adj"/>
            </a:avLst>
          </a:prstGeom>
          <a:solidFill>
            <a:srgbClr val="F62F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"/>
          <p:cNvSpPr/>
          <p:nvPr/>
        </p:nvSpPr>
        <p:spPr>
          <a:xfrm rot="5400000">
            <a:off x="8171043" y="6190620"/>
            <a:ext cx="127224" cy="175093"/>
          </a:xfrm>
          <a:prstGeom prst="triangle">
            <a:avLst>
              <a:gd fmla="val 50000" name="adj"/>
            </a:avLst>
          </a:prstGeom>
          <a:solidFill>
            <a:srgbClr val="F62F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"/>
          <p:cNvSpPr/>
          <p:nvPr/>
        </p:nvSpPr>
        <p:spPr>
          <a:xfrm rot="5400000">
            <a:off x="8171043" y="6783281"/>
            <a:ext cx="127224" cy="175093"/>
          </a:xfrm>
          <a:prstGeom prst="triangle">
            <a:avLst>
              <a:gd fmla="val 50000" name="adj"/>
            </a:avLst>
          </a:prstGeom>
          <a:solidFill>
            <a:srgbClr val="F62F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"/>
          <p:cNvSpPr/>
          <p:nvPr/>
        </p:nvSpPr>
        <p:spPr>
          <a:xfrm rot="5400000">
            <a:off x="8171043" y="7560886"/>
            <a:ext cx="127224" cy="175093"/>
          </a:xfrm>
          <a:prstGeom prst="triangle">
            <a:avLst>
              <a:gd fmla="val 50000" name="adj"/>
            </a:avLst>
          </a:prstGeom>
          <a:solidFill>
            <a:srgbClr val="F62F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"/>
          <p:cNvSpPr/>
          <p:nvPr/>
        </p:nvSpPr>
        <p:spPr>
          <a:xfrm rot="5400000">
            <a:off x="8171043" y="6959996"/>
            <a:ext cx="127224" cy="175093"/>
          </a:xfrm>
          <a:prstGeom prst="triangle">
            <a:avLst>
              <a:gd fmla="val 50000" name="adj"/>
            </a:avLst>
          </a:prstGeom>
          <a:solidFill>
            <a:srgbClr val="F62F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"/>
          <p:cNvSpPr/>
          <p:nvPr/>
        </p:nvSpPr>
        <p:spPr>
          <a:xfrm rot="5400000">
            <a:off x="8171043" y="7961029"/>
            <a:ext cx="127224" cy="175093"/>
          </a:xfrm>
          <a:prstGeom prst="triangle">
            <a:avLst>
              <a:gd fmla="val 50000" name="adj"/>
            </a:avLst>
          </a:prstGeom>
          <a:solidFill>
            <a:srgbClr val="F62F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7" name="Google Shape;117;p1"/>
          <p:cNvGrpSpPr/>
          <p:nvPr/>
        </p:nvGrpSpPr>
        <p:grpSpPr>
          <a:xfrm>
            <a:off x="3828861" y="4350153"/>
            <a:ext cx="3931543" cy="4965728"/>
            <a:chOff x="4003030" y="4350153"/>
            <a:chExt cx="3931543" cy="4965728"/>
          </a:xfrm>
        </p:grpSpPr>
        <p:pic>
          <p:nvPicPr>
            <p:cNvPr descr="A graph with numbers and dots&#10;&#10;AI-generated content may be incorrect." id="118" name="Google Shape;118;p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032929" y="4350153"/>
              <a:ext cx="3901643" cy="49657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" name="Google Shape;119;p1"/>
            <p:cNvSpPr/>
            <p:nvPr/>
          </p:nvSpPr>
          <p:spPr>
            <a:xfrm rot="5400000">
              <a:off x="4029945" y="4838929"/>
              <a:ext cx="127224" cy="175093"/>
            </a:xfrm>
            <a:prstGeom prst="triangle">
              <a:avLst>
                <a:gd fmla="val 50000" name="adj"/>
              </a:avLst>
            </a:prstGeom>
            <a:solidFill>
              <a:srgbClr val="1A7B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1"/>
            <p:cNvSpPr/>
            <p:nvPr/>
          </p:nvSpPr>
          <p:spPr>
            <a:xfrm rot="5400000">
              <a:off x="4029945" y="5223377"/>
              <a:ext cx="127224" cy="175093"/>
            </a:xfrm>
            <a:prstGeom prst="triangle">
              <a:avLst>
                <a:gd fmla="val 50000" name="adj"/>
              </a:avLst>
            </a:prstGeom>
            <a:solidFill>
              <a:srgbClr val="1A7B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1"/>
            <p:cNvSpPr/>
            <p:nvPr/>
          </p:nvSpPr>
          <p:spPr>
            <a:xfrm rot="5400000">
              <a:off x="4029945" y="5424572"/>
              <a:ext cx="127224" cy="175093"/>
            </a:xfrm>
            <a:prstGeom prst="triangle">
              <a:avLst>
                <a:gd fmla="val 50000" name="adj"/>
              </a:avLst>
            </a:prstGeom>
            <a:solidFill>
              <a:srgbClr val="1A7B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1"/>
            <p:cNvSpPr/>
            <p:nvPr/>
          </p:nvSpPr>
          <p:spPr>
            <a:xfrm rot="5400000">
              <a:off x="4029945" y="5625767"/>
              <a:ext cx="127224" cy="175093"/>
            </a:xfrm>
            <a:prstGeom prst="triangle">
              <a:avLst>
                <a:gd fmla="val 50000" name="adj"/>
              </a:avLst>
            </a:prstGeom>
            <a:solidFill>
              <a:srgbClr val="1A7B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1"/>
            <p:cNvSpPr/>
            <p:nvPr/>
          </p:nvSpPr>
          <p:spPr>
            <a:xfrm rot="5400000">
              <a:off x="4029945" y="5797819"/>
              <a:ext cx="127224" cy="175093"/>
            </a:xfrm>
            <a:prstGeom prst="triangle">
              <a:avLst>
                <a:gd fmla="val 50000" name="adj"/>
              </a:avLst>
            </a:prstGeom>
            <a:solidFill>
              <a:srgbClr val="1A7B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"/>
            <p:cNvSpPr/>
            <p:nvPr/>
          </p:nvSpPr>
          <p:spPr>
            <a:xfrm rot="5400000">
              <a:off x="4029945" y="6399568"/>
              <a:ext cx="127224" cy="175093"/>
            </a:xfrm>
            <a:prstGeom prst="triangle">
              <a:avLst>
                <a:gd fmla="val 50000" name="adj"/>
              </a:avLst>
            </a:prstGeom>
            <a:solidFill>
              <a:srgbClr val="1A7B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"/>
            <p:cNvSpPr/>
            <p:nvPr/>
          </p:nvSpPr>
          <p:spPr>
            <a:xfrm rot="5400000">
              <a:off x="4029945" y="6582474"/>
              <a:ext cx="127224" cy="175093"/>
            </a:xfrm>
            <a:prstGeom prst="triangle">
              <a:avLst>
                <a:gd fmla="val 50000" name="adj"/>
              </a:avLst>
            </a:prstGeom>
            <a:solidFill>
              <a:srgbClr val="1A7B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1"/>
            <p:cNvSpPr/>
            <p:nvPr/>
          </p:nvSpPr>
          <p:spPr>
            <a:xfrm rot="5400000">
              <a:off x="4029945" y="6783669"/>
              <a:ext cx="127224" cy="175093"/>
            </a:xfrm>
            <a:prstGeom prst="triangle">
              <a:avLst>
                <a:gd fmla="val 50000" name="adj"/>
              </a:avLst>
            </a:prstGeom>
            <a:solidFill>
              <a:srgbClr val="1A7B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1"/>
            <p:cNvSpPr/>
            <p:nvPr/>
          </p:nvSpPr>
          <p:spPr>
            <a:xfrm rot="5400000">
              <a:off x="4029945" y="7368640"/>
              <a:ext cx="127224" cy="175093"/>
            </a:xfrm>
            <a:prstGeom prst="triangle">
              <a:avLst>
                <a:gd fmla="val 50000" name="adj"/>
              </a:avLst>
            </a:prstGeom>
            <a:solidFill>
              <a:srgbClr val="F62F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1"/>
            <p:cNvSpPr/>
            <p:nvPr/>
          </p:nvSpPr>
          <p:spPr>
            <a:xfrm rot="5400000">
              <a:off x="4029945" y="7547978"/>
              <a:ext cx="127224" cy="175093"/>
            </a:xfrm>
            <a:prstGeom prst="triangle">
              <a:avLst>
                <a:gd fmla="val 50000" name="adj"/>
              </a:avLst>
            </a:prstGeom>
            <a:solidFill>
              <a:srgbClr val="F62F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1"/>
            <p:cNvSpPr/>
            <p:nvPr/>
          </p:nvSpPr>
          <p:spPr>
            <a:xfrm rot="5400000">
              <a:off x="4026964" y="7760462"/>
              <a:ext cx="127224" cy="175093"/>
            </a:xfrm>
            <a:prstGeom prst="triangle">
              <a:avLst>
                <a:gd fmla="val 50000" name="adj"/>
              </a:avLst>
            </a:prstGeom>
            <a:solidFill>
              <a:srgbClr val="F62F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1"/>
            <p:cNvSpPr/>
            <p:nvPr/>
          </p:nvSpPr>
          <p:spPr>
            <a:xfrm rot="5400000">
              <a:off x="4026964" y="7953612"/>
              <a:ext cx="127224" cy="175093"/>
            </a:xfrm>
            <a:prstGeom prst="triangle">
              <a:avLst>
                <a:gd fmla="val 50000" name="adj"/>
              </a:avLst>
            </a:prstGeom>
            <a:solidFill>
              <a:srgbClr val="F62F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1"/>
            <p:cNvSpPr/>
            <p:nvPr/>
          </p:nvSpPr>
          <p:spPr>
            <a:xfrm rot="5400000">
              <a:off x="4026964" y="8152284"/>
              <a:ext cx="127224" cy="175093"/>
            </a:xfrm>
            <a:prstGeom prst="triangle">
              <a:avLst>
                <a:gd fmla="val 50000" name="adj"/>
              </a:avLst>
            </a:prstGeom>
            <a:solidFill>
              <a:srgbClr val="F62F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"/>
            <p:cNvSpPr/>
            <p:nvPr/>
          </p:nvSpPr>
          <p:spPr>
            <a:xfrm rot="5400000">
              <a:off x="4026964" y="8331583"/>
              <a:ext cx="127224" cy="175093"/>
            </a:xfrm>
            <a:prstGeom prst="triangle">
              <a:avLst>
                <a:gd fmla="val 50000" name="adj"/>
              </a:avLst>
            </a:prstGeom>
            <a:solidFill>
              <a:srgbClr val="F62F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1"/>
            <p:cNvSpPr/>
            <p:nvPr/>
          </p:nvSpPr>
          <p:spPr>
            <a:xfrm rot="5400000">
              <a:off x="4026964" y="8534483"/>
              <a:ext cx="127224" cy="175093"/>
            </a:xfrm>
            <a:prstGeom prst="triangle">
              <a:avLst>
                <a:gd fmla="val 50000" name="adj"/>
              </a:avLst>
            </a:prstGeom>
            <a:solidFill>
              <a:srgbClr val="F62F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4" name="Google Shape;134;p1"/>
          <p:cNvSpPr/>
          <p:nvPr/>
        </p:nvSpPr>
        <p:spPr>
          <a:xfrm rot="5400000">
            <a:off x="8171043" y="5209203"/>
            <a:ext cx="127224" cy="175093"/>
          </a:xfrm>
          <a:prstGeom prst="triangle">
            <a:avLst>
              <a:gd fmla="val 50000" name="adj"/>
            </a:avLst>
          </a:prstGeom>
          <a:solidFill>
            <a:srgbClr val="F62F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"/>
          <p:cNvSpPr txBox="1"/>
          <p:nvPr/>
        </p:nvSpPr>
        <p:spPr>
          <a:xfrm>
            <a:off x="3844490" y="4253413"/>
            <a:ext cx="6672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f.</a:t>
            </a:r>
            <a:endParaRPr/>
          </a:p>
        </p:txBody>
      </p:sp>
      <p:pic>
        <p:nvPicPr>
          <p:cNvPr descr="A diagram of a pathologist&#10;&#10;AI-generated content may be incorrect." id="136" name="Google Shape;136;p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6881747" y="6682018"/>
            <a:ext cx="3960764" cy="3007247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"/>
          <p:cNvSpPr txBox="1"/>
          <p:nvPr/>
        </p:nvSpPr>
        <p:spPr>
          <a:xfrm>
            <a:off x="12685513" y="6589393"/>
            <a:ext cx="6672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i.</a:t>
            </a:r>
            <a:endParaRPr/>
          </a:p>
        </p:txBody>
      </p:sp>
      <p:sp>
        <p:nvSpPr>
          <p:cNvPr id="138" name="Google Shape;138;p1"/>
          <p:cNvSpPr txBox="1"/>
          <p:nvPr/>
        </p:nvSpPr>
        <p:spPr>
          <a:xfrm>
            <a:off x="16745144" y="6623581"/>
            <a:ext cx="6672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j.</a:t>
            </a:r>
            <a:endParaRPr/>
          </a:p>
        </p:txBody>
      </p:sp>
      <p:pic>
        <p:nvPicPr>
          <p:cNvPr id="139" name="Google Shape;139;p1" title="xevadb_case1_figure_a.png"/>
          <p:cNvPicPr preferRelativeResize="0"/>
          <p:nvPr/>
        </p:nvPicPr>
        <p:blipFill rotWithShape="1">
          <a:blip r:embed="rId12">
            <a:alphaModFix/>
          </a:blip>
          <a:srcRect b="0" l="11447" r="4752" t="0"/>
          <a:stretch/>
        </p:blipFill>
        <p:spPr>
          <a:xfrm>
            <a:off x="44888" y="389954"/>
            <a:ext cx="3494926" cy="80117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2026-03-17T17:54:26Z</dcterms:created>
  <dc:creator>Feng, Guanqiao</dc:creator>
</cp:coreProperties>
</file>