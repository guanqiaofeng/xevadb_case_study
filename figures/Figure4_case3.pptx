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6559213" cy="7019925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i553m8NdOJu3RJVRvvSDH2Dnf3K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589"/>
  </p:normalViewPr>
  <p:slideViewPr>
    <p:cSldViewPr snapToGrid="0">
      <p:cViewPr varScale="1">
        <p:scale>
          <a:sx n="101" d="100"/>
          <a:sy n="101" d="100"/>
        </p:scale>
        <p:origin x="240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-209550" y="1143000"/>
            <a:ext cx="7277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09550" y="1143000"/>
            <a:ext cx="72771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069902" y="1148863"/>
            <a:ext cx="12419410" cy="2443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069902" y="3687086"/>
            <a:ext cx="12419410" cy="1694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/>
            </a:lvl1pPr>
            <a:lvl2pPr lvl="1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/>
            </a:lvl2pPr>
            <a:lvl3pPr lvl="2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/>
            </a:lvl3pPr>
            <a:lvl4pPr lvl="3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4pPr>
            <a:lvl5pPr lvl="4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5pPr>
            <a:lvl6pPr lvl="5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6pPr>
            <a:lvl7pPr lvl="6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7pPr>
            <a:lvl8pPr lvl="7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8pPr>
            <a:lvl9pPr lvl="8" algn="ctr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129821" y="1750107"/>
            <a:ext cx="14282321" cy="292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142"/>
              <a:buFont typeface="Play"/>
              <a:buNone/>
              <a:defRPr sz="6142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129821" y="4697826"/>
            <a:ext cx="14282321" cy="1535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rgbClr val="757575"/>
              </a:buClr>
              <a:buSzPts val="2457"/>
              <a:buNone/>
              <a:defRPr sz="2457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2047"/>
              <a:buNone/>
              <a:defRPr sz="2047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842"/>
              <a:buNone/>
              <a:defRPr sz="1842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rgbClr val="757575"/>
              </a:buClr>
              <a:buSzPts val="1638"/>
              <a:buNone/>
              <a:defRPr sz="163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8383101" y="1868730"/>
            <a:ext cx="7037666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140603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140603" y="1720857"/>
            <a:ext cx="7005323" cy="843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140603" y="2564223"/>
            <a:ext cx="7005323" cy="3771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8383102" y="1720857"/>
            <a:ext cx="7039822" cy="843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457"/>
              <a:buNone/>
              <a:defRPr sz="2457" b="1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None/>
              <a:defRPr sz="2047" b="1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None/>
              <a:defRPr sz="1842" b="1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8383102" y="2564223"/>
            <a:ext cx="7039822" cy="3771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6626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3276"/>
              <a:buChar char="•"/>
              <a:defRPr sz="3276"/>
            </a:lvl1pPr>
            <a:lvl2pPr marL="914400" lvl="1" indent="-410591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866"/>
              <a:buChar char="•"/>
              <a:defRPr sz="2866"/>
            </a:lvl2pPr>
            <a:lvl3pPr marL="1371600" lvl="2" indent="-38462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Char char="•"/>
              <a:defRPr sz="2457"/>
            </a:lvl3pPr>
            <a:lvl4pPr marL="1828800" lvl="3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4pPr>
            <a:lvl5pPr marL="2286000" lvl="4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5pPr>
            <a:lvl6pPr marL="2743200" lvl="5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6pPr>
            <a:lvl7pPr marL="3200400" lvl="6" indent="-358585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7pPr>
            <a:lvl8pPr marL="3657600" lvl="7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8pPr>
            <a:lvl9pPr marL="4114800" lvl="8" indent="-358584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Char char="•"/>
              <a:defRPr sz="2047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140603" y="467995"/>
            <a:ext cx="5340777" cy="1637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76"/>
              <a:buFont typeface="Play"/>
              <a:buNone/>
              <a:defRPr sz="327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039822" y="1010740"/>
            <a:ext cx="8383102" cy="498869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140603" y="2105977"/>
            <a:ext cx="5340777" cy="3901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638"/>
              <a:buNone/>
              <a:defRPr sz="1638"/>
            </a:lvl1pPr>
            <a:lvl2pPr marL="914400" lvl="1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433"/>
              <a:buNone/>
              <a:defRPr sz="1433"/>
            </a:lvl2pPr>
            <a:lvl3pPr marL="1371600" lvl="2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228"/>
              <a:buNone/>
              <a:defRPr sz="1228"/>
            </a:lvl3pPr>
            <a:lvl4pPr marL="1828800" lvl="3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4pPr>
            <a:lvl5pPr marL="2286000" lvl="4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5pPr>
            <a:lvl6pPr marL="2743200" lvl="5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6pPr>
            <a:lvl7pPr marL="3200400" lvl="6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7pPr>
            <a:lvl8pPr marL="3657600" lvl="7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8pPr>
            <a:lvl9pPr marL="4114800" lvl="8" indent="-2286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024"/>
              <a:buNone/>
              <a:defRPr sz="102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6052567" y="-3045391"/>
            <a:ext cx="4454078" cy="14282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0660946" y="1562987"/>
            <a:ext cx="5949062" cy="357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416291" y="-1904098"/>
            <a:ext cx="5949062" cy="10504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138446" y="373747"/>
            <a:ext cx="14282321" cy="13568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4"/>
              <a:buFont typeface="Play"/>
              <a:buNone/>
              <a:defRPr sz="4504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138446" y="1868730"/>
            <a:ext cx="14282321" cy="4454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10591" algn="l" rtl="0">
              <a:lnSpc>
                <a:spcPct val="90000"/>
              </a:lnSpc>
              <a:spcBef>
                <a:spcPts val="1024"/>
              </a:spcBef>
              <a:spcAft>
                <a:spcPts val="0"/>
              </a:spcAft>
              <a:buClr>
                <a:schemeClr val="dk1"/>
              </a:buClr>
              <a:buSzPts val="2866"/>
              <a:buFont typeface="Arial"/>
              <a:buChar char="•"/>
              <a:defRPr sz="2866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4620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457"/>
              <a:buFont typeface="Arial"/>
              <a:buChar char="•"/>
              <a:defRPr sz="245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8585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2047"/>
              <a:buFont typeface="Arial"/>
              <a:buChar char="•"/>
              <a:defRPr sz="204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5567" algn="l" rtl="0">
              <a:lnSpc>
                <a:spcPct val="90000"/>
              </a:lnSpc>
              <a:spcBef>
                <a:spcPts val="512"/>
              </a:spcBef>
              <a:spcAft>
                <a:spcPts val="0"/>
              </a:spcAft>
              <a:buClr>
                <a:schemeClr val="dk1"/>
              </a:buClr>
              <a:buSzPts val="1842"/>
              <a:buFont typeface="Arial"/>
              <a:buChar char="•"/>
              <a:defRPr sz="184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138446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5485240" y="6506431"/>
            <a:ext cx="5588734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1694944" y="6506431"/>
            <a:ext cx="3725823" cy="373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28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5BB2904-B298-43FA-79AC-CB8CF20E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5500" y="3473860"/>
            <a:ext cx="3823713" cy="29739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8A954B-5EF9-3F63-9A81-9D62FCF20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8170" y="54980"/>
            <a:ext cx="3557363" cy="304916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1AFA61-7F07-6EB6-B118-17D3B1E1D3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849" y="105780"/>
            <a:ext cx="3822420" cy="6363205"/>
          </a:xfrm>
          <a:prstGeom prst="rect">
            <a:avLst/>
          </a:prstGeom>
        </p:spPr>
      </p:pic>
      <p:sp>
        <p:nvSpPr>
          <p:cNvPr id="90" name="Google Shape;90;p1"/>
          <p:cNvSpPr txBox="1"/>
          <p:nvPr/>
        </p:nvSpPr>
        <p:spPr>
          <a:xfrm>
            <a:off x="3881125" y="-23199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91" name="Google Shape;91;p1"/>
          <p:cNvSpPr txBox="1"/>
          <p:nvPr/>
        </p:nvSpPr>
        <p:spPr>
          <a:xfrm>
            <a:off x="8118394" y="-25400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92" name="Google Shape;92;p1"/>
          <p:cNvSpPr txBox="1"/>
          <p:nvPr/>
        </p:nvSpPr>
        <p:spPr>
          <a:xfrm>
            <a:off x="30996" y="2201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03" name="Google Shape;103;p1"/>
          <p:cNvSpPr txBox="1"/>
          <p:nvPr/>
        </p:nvSpPr>
        <p:spPr>
          <a:xfrm>
            <a:off x="3881125" y="3306762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sp>
        <p:nvSpPr>
          <p:cNvPr id="18" name="Google Shape;103;p1">
            <a:extLst>
              <a:ext uri="{FF2B5EF4-FFF2-40B4-BE49-F238E27FC236}">
                <a16:creationId xmlns:a16="http://schemas.microsoft.com/office/drawing/2014/main" id="{FB105252-947D-8561-6BE8-C96BDE2C57C4}"/>
              </a:ext>
            </a:extLst>
          </p:cNvPr>
          <p:cNvSpPr txBox="1"/>
          <p:nvPr/>
        </p:nvSpPr>
        <p:spPr>
          <a:xfrm>
            <a:off x="12642246" y="-25400"/>
            <a:ext cx="81554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dirty="0"/>
          </a:p>
        </p:txBody>
      </p:sp>
      <p:sp>
        <p:nvSpPr>
          <p:cNvPr id="29" name="Google Shape;103;p1">
            <a:extLst>
              <a:ext uri="{FF2B5EF4-FFF2-40B4-BE49-F238E27FC236}">
                <a16:creationId xmlns:a16="http://schemas.microsoft.com/office/drawing/2014/main" id="{3D7BE95F-26AD-45B7-BD14-4380DC64BAE6}"/>
              </a:ext>
            </a:extLst>
          </p:cNvPr>
          <p:cNvSpPr txBox="1"/>
          <p:nvPr/>
        </p:nvSpPr>
        <p:spPr>
          <a:xfrm>
            <a:off x="8334294" y="3325316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sp>
        <p:nvSpPr>
          <p:cNvPr id="30" name="Google Shape;103;p1">
            <a:extLst>
              <a:ext uri="{FF2B5EF4-FFF2-40B4-BE49-F238E27FC236}">
                <a16:creationId xmlns:a16="http://schemas.microsoft.com/office/drawing/2014/main" id="{B92F98CF-3790-39D2-D70C-11CB21C5FDE8}"/>
              </a:ext>
            </a:extLst>
          </p:cNvPr>
          <p:cNvSpPr txBox="1"/>
          <p:nvPr/>
        </p:nvSpPr>
        <p:spPr>
          <a:xfrm>
            <a:off x="12558167" y="3325316"/>
            <a:ext cx="815546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531359-6F0C-F387-C9DB-C9B5860BE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424" y="54980"/>
            <a:ext cx="3467100" cy="2743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61F756-AA85-3BD8-9789-F60BB8A6D7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50019" y="29581"/>
            <a:ext cx="3657600" cy="2743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C363E46-C0C9-F199-34E6-750EE2A578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6160" y="3573919"/>
            <a:ext cx="3657600" cy="2921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412016-D8FB-70CD-9725-8C6272ED5B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83301" y="3573919"/>
            <a:ext cx="3922323" cy="3137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6546</TotalTime>
  <Words>196</Words>
  <Application>Microsoft Macintosh PowerPoint</Application>
  <PresentationFormat>Custom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Play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22</cp:revision>
  <dcterms:created xsi:type="dcterms:W3CDTF">2026-03-16T14:13:34Z</dcterms:created>
  <dcterms:modified xsi:type="dcterms:W3CDTF">2026-07-31T19:55:38Z</dcterms:modified>
</cp:coreProperties>
</file>