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xevadb_figure1 (3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8839204" cy="48296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