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3"/>
  </p:notesMasterIdLst>
  <p:sldIdLst>
    <p:sldId id="256" r:id="rId2"/>
  </p:sldIdLst>
  <p:sldSz cx="9720263" cy="11879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831"/>
  </p:normalViewPr>
  <p:slideViewPr>
    <p:cSldViewPr snapToGrid="0">
      <p:cViewPr varScale="1">
        <p:scale>
          <a:sx n="86" d="100"/>
          <a:sy n="86" d="100"/>
        </p:scale>
        <p:origin x="27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413B5-0B87-F94B-BE91-80666EE91F3B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66938" y="1143000"/>
            <a:ext cx="2524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E0F12-3282-BC4F-91CD-054CAEAC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5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6938" y="1143000"/>
            <a:ext cx="25241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E0F12-3282-BC4F-91CD-054CAEACFF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81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020" y="1944130"/>
            <a:ext cx="8262224" cy="4135743"/>
          </a:xfrm>
        </p:spPr>
        <p:txBody>
          <a:bodyPr anchor="b"/>
          <a:lstStyle>
            <a:lvl1pPr algn="ctr">
              <a:defRPr sz="63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033" y="6239364"/>
            <a:ext cx="7290197" cy="2868071"/>
          </a:xfrm>
        </p:spPr>
        <p:txBody>
          <a:bodyPr/>
          <a:lstStyle>
            <a:lvl1pPr marL="0" indent="0" algn="ctr">
              <a:buNone/>
              <a:defRPr sz="2551"/>
            </a:lvl1pPr>
            <a:lvl2pPr marL="486004" indent="0" algn="ctr">
              <a:buNone/>
              <a:defRPr sz="2126"/>
            </a:lvl2pPr>
            <a:lvl3pPr marL="972007" indent="0" algn="ctr">
              <a:buNone/>
              <a:defRPr sz="1913"/>
            </a:lvl3pPr>
            <a:lvl4pPr marL="1458011" indent="0" algn="ctr">
              <a:buNone/>
              <a:defRPr sz="1701"/>
            </a:lvl4pPr>
            <a:lvl5pPr marL="1944014" indent="0" algn="ctr">
              <a:buNone/>
              <a:defRPr sz="1701"/>
            </a:lvl5pPr>
            <a:lvl6pPr marL="2430018" indent="0" algn="ctr">
              <a:buNone/>
              <a:defRPr sz="1701"/>
            </a:lvl6pPr>
            <a:lvl7pPr marL="2916022" indent="0" algn="ctr">
              <a:buNone/>
              <a:defRPr sz="1701"/>
            </a:lvl7pPr>
            <a:lvl8pPr marL="3402025" indent="0" algn="ctr">
              <a:buNone/>
              <a:defRPr sz="1701"/>
            </a:lvl8pPr>
            <a:lvl9pPr marL="3888029" indent="0" algn="ctr">
              <a:buNone/>
              <a:defRPr sz="170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5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0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6" y="2961570"/>
            <a:ext cx="8383727" cy="4941443"/>
          </a:xfrm>
        </p:spPr>
        <p:txBody>
          <a:bodyPr anchor="b"/>
          <a:lstStyle>
            <a:lvl1pPr>
              <a:defRPr sz="63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206" y="7949760"/>
            <a:ext cx="8383727" cy="2598588"/>
          </a:xfrm>
        </p:spPr>
        <p:txBody>
          <a:bodyPr/>
          <a:lstStyle>
            <a:lvl1pPr marL="0" indent="0">
              <a:buNone/>
              <a:defRPr sz="2551">
                <a:solidFill>
                  <a:schemeClr val="tx1">
                    <a:tint val="82000"/>
                  </a:schemeClr>
                </a:solidFill>
              </a:defRPr>
            </a:lvl1pPr>
            <a:lvl2pPr marL="486004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2pPr>
            <a:lvl3pPr marL="972007" indent="0">
              <a:buNone/>
              <a:defRPr sz="1913">
                <a:solidFill>
                  <a:schemeClr val="tx1">
                    <a:tint val="82000"/>
                  </a:schemeClr>
                </a:solidFill>
              </a:defRPr>
            </a:lvl3pPr>
            <a:lvl4pPr marL="1458011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4pPr>
            <a:lvl5pPr marL="1944014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5pPr>
            <a:lvl6pPr marL="2430018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6pPr>
            <a:lvl7pPr marL="2916022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7pPr>
            <a:lvl8pPr marL="3402025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8pPr>
            <a:lvl9pPr marL="3888029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0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268" y="3162304"/>
            <a:ext cx="4131112" cy="7537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883" y="3162304"/>
            <a:ext cx="4131112" cy="7537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8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632464"/>
            <a:ext cx="8383727" cy="22961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535" y="2912070"/>
            <a:ext cx="4112126" cy="1427161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535" y="4339231"/>
            <a:ext cx="4112126" cy="63823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0884" y="2912070"/>
            <a:ext cx="4132378" cy="1427161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0884" y="4339231"/>
            <a:ext cx="4132378" cy="63823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71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65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96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791951"/>
            <a:ext cx="3135038" cy="2771828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78" y="1710397"/>
            <a:ext cx="4920883" cy="8441976"/>
          </a:xfrm>
        </p:spPr>
        <p:txBody>
          <a:bodyPr/>
          <a:lstStyle>
            <a:lvl1pPr>
              <a:defRPr sz="3402"/>
            </a:lvl1pPr>
            <a:lvl2pPr>
              <a:defRPr sz="2976"/>
            </a:lvl2pPr>
            <a:lvl3pPr>
              <a:defRPr sz="2551"/>
            </a:lvl3pPr>
            <a:lvl4pPr>
              <a:defRPr sz="2126"/>
            </a:lvl4pPr>
            <a:lvl5pPr>
              <a:defRPr sz="2126"/>
            </a:lvl5pPr>
            <a:lvl6pPr>
              <a:defRPr sz="2126"/>
            </a:lvl6pPr>
            <a:lvl7pPr>
              <a:defRPr sz="2126"/>
            </a:lvl7pPr>
            <a:lvl8pPr>
              <a:defRPr sz="2126"/>
            </a:lvl8pPr>
            <a:lvl9pPr>
              <a:defRPr sz="21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3563779"/>
            <a:ext cx="3135038" cy="6602341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8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791951"/>
            <a:ext cx="3135038" cy="2771828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2378" y="1710397"/>
            <a:ext cx="4920883" cy="8441976"/>
          </a:xfrm>
        </p:spPr>
        <p:txBody>
          <a:bodyPr anchor="t"/>
          <a:lstStyle>
            <a:lvl1pPr marL="0" indent="0">
              <a:buNone/>
              <a:defRPr sz="3402"/>
            </a:lvl1pPr>
            <a:lvl2pPr marL="486004" indent="0">
              <a:buNone/>
              <a:defRPr sz="2976"/>
            </a:lvl2pPr>
            <a:lvl3pPr marL="972007" indent="0">
              <a:buNone/>
              <a:defRPr sz="2551"/>
            </a:lvl3pPr>
            <a:lvl4pPr marL="1458011" indent="0">
              <a:buNone/>
              <a:defRPr sz="2126"/>
            </a:lvl4pPr>
            <a:lvl5pPr marL="1944014" indent="0">
              <a:buNone/>
              <a:defRPr sz="2126"/>
            </a:lvl5pPr>
            <a:lvl6pPr marL="2430018" indent="0">
              <a:buNone/>
              <a:defRPr sz="2126"/>
            </a:lvl6pPr>
            <a:lvl7pPr marL="2916022" indent="0">
              <a:buNone/>
              <a:defRPr sz="2126"/>
            </a:lvl7pPr>
            <a:lvl8pPr marL="3402025" indent="0">
              <a:buNone/>
              <a:defRPr sz="2126"/>
            </a:lvl8pPr>
            <a:lvl9pPr marL="3888029" indent="0">
              <a:buNone/>
              <a:defRPr sz="212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3563779"/>
            <a:ext cx="3135038" cy="6602341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4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74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6064" y="632461"/>
            <a:ext cx="2095932" cy="100671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269" y="632461"/>
            <a:ext cx="6166292" cy="100671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7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68" y="632464"/>
            <a:ext cx="8383727" cy="2296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68" y="3162304"/>
            <a:ext cx="8383727" cy="753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68" y="11010319"/>
            <a:ext cx="2187059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772C7-2EE0-484B-9C95-05369BBBE09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7" y="11010319"/>
            <a:ext cx="3280589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6" y="11010319"/>
            <a:ext cx="2187059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1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72007" rtl="0" eaLnBrk="1" latinLnBrk="0" hangingPunct="1">
        <a:lnSpc>
          <a:spcPct val="90000"/>
        </a:lnSpc>
        <a:spcBef>
          <a:spcPct val="0"/>
        </a:spcBef>
        <a:buNone/>
        <a:defRPr sz="46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002" indent="-243002" algn="l" defTabSz="972007" rtl="0" eaLnBrk="1" latinLnBrk="0" hangingPunct="1">
        <a:lnSpc>
          <a:spcPct val="90000"/>
        </a:lnSpc>
        <a:spcBef>
          <a:spcPts val="1063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29005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15009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701013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2187016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3159023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645027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4131031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1pPr>
      <a:lvl2pPr marL="486004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2pPr>
      <a:lvl3pPr marL="972007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3pPr>
      <a:lvl4pPr marL="1458011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1944014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430018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2916022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402025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3888029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FE352DD5-A3C6-4DF3-5143-DD2F14BF2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912" y="8879543"/>
            <a:ext cx="2673384" cy="27306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B8BA847-B83B-A831-FD51-ED9CF4A0AA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313" b="2881"/>
          <a:stretch>
            <a:fillRect/>
          </a:stretch>
        </p:blipFill>
        <p:spPr>
          <a:xfrm>
            <a:off x="0" y="2285759"/>
            <a:ext cx="9724336" cy="40469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8AF7D1-E7A1-2474-7527-8E378FC515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6294"/>
          <a:stretch>
            <a:fillRect/>
          </a:stretch>
        </p:blipFill>
        <p:spPr>
          <a:xfrm>
            <a:off x="-1" y="13798"/>
            <a:ext cx="9742337" cy="22850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0C2716D-EB3E-D91C-DA34-F9679C360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36" y="6535637"/>
            <a:ext cx="9513061" cy="22850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5521D28-31FB-781C-9E15-44BB67FF14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408"/>
          <a:stretch>
            <a:fillRect/>
          </a:stretch>
        </p:blipFill>
        <p:spPr>
          <a:xfrm>
            <a:off x="518236" y="9002395"/>
            <a:ext cx="3184453" cy="281504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0E104E6-3326-7B70-02CE-B9DEE903A93D}"/>
              </a:ext>
            </a:extLst>
          </p:cNvPr>
          <p:cNvSpPr txBox="1"/>
          <p:nvPr/>
        </p:nvSpPr>
        <p:spPr>
          <a:xfrm>
            <a:off x="0" y="6476769"/>
            <a:ext cx="518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EA0AB1-75DF-916E-7B06-8DBDB5180C19}"/>
              </a:ext>
            </a:extLst>
          </p:cNvPr>
          <p:cNvSpPr txBox="1"/>
          <p:nvPr/>
        </p:nvSpPr>
        <p:spPr>
          <a:xfrm>
            <a:off x="-748" y="8986196"/>
            <a:ext cx="518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3D5BC8-BB5F-70C1-8C29-2A10B7DC9CED}"/>
              </a:ext>
            </a:extLst>
          </p:cNvPr>
          <p:cNvSpPr txBox="1"/>
          <p:nvPr/>
        </p:nvSpPr>
        <p:spPr>
          <a:xfrm>
            <a:off x="5621320" y="8986195"/>
            <a:ext cx="518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1B290A-3226-C4BE-07DA-121E4E845B89}"/>
              </a:ext>
            </a:extLst>
          </p:cNvPr>
          <p:cNvSpPr txBox="1"/>
          <p:nvPr/>
        </p:nvSpPr>
        <p:spPr>
          <a:xfrm>
            <a:off x="-748" y="8509"/>
            <a:ext cx="518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D83B9E-6C1D-8DFD-C8F0-40D6D38004B8}"/>
              </a:ext>
            </a:extLst>
          </p:cNvPr>
          <p:cNvSpPr txBox="1"/>
          <p:nvPr/>
        </p:nvSpPr>
        <p:spPr>
          <a:xfrm>
            <a:off x="-748" y="2563175"/>
            <a:ext cx="518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504CE4C-69FA-12B3-83A7-95C1175936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0812" y="162397"/>
            <a:ext cx="3602032" cy="17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2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1224</TotalTime>
  <Words>6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Guanqiao</dc:creator>
  <cp:lastModifiedBy>Feng, Guanqiao</cp:lastModifiedBy>
  <cp:revision>20</cp:revision>
  <dcterms:created xsi:type="dcterms:W3CDTF">2026-08-11T17:37:51Z</dcterms:created>
  <dcterms:modified xsi:type="dcterms:W3CDTF">2026-08-12T14:03:48Z</dcterms:modified>
</cp:coreProperties>
</file>