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3"/>
  </p:notesMasterIdLst>
  <p:sldIdLst>
    <p:sldId id="256" r:id="rId2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91"/>
    <p:restoredTop sz="96831"/>
  </p:normalViewPr>
  <p:slideViewPr>
    <p:cSldViewPr snapToGrid="0">
      <p:cViewPr>
        <p:scale>
          <a:sx n="158" d="100"/>
          <a:sy n="158" d="100"/>
        </p:scale>
        <p:origin x="2576" y="-2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3" y="109078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33" r="2241" b="45635"/>
          <a:stretch>
            <a:fillRect/>
          </a:stretch>
        </p:blipFill>
        <p:spPr>
          <a:xfrm>
            <a:off x="147968" y="2067305"/>
            <a:ext cx="6710032" cy="2466066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E6BC976-01DC-B902-E3EC-8002E21A85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507" b="-233"/>
          <a:stretch>
            <a:fillRect/>
          </a:stretch>
        </p:blipFill>
        <p:spPr>
          <a:xfrm>
            <a:off x="168805" y="6413987"/>
            <a:ext cx="2713542" cy="2430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-748" y="2101296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0DAF72F-76AB-C86D-211F-18E9AEF08F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85" y="4685688"/>
            <a:ext cx="6813305" cy="163655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-748" y="4526015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535" t="4657" r="77756" b="72481"/>
          <a:stretch>
            <a:fillRect/>
          </a:stretch>
        </p:blipFill>
        <p:spPr>
          <a:xfrm>
            <a:off x="4854781" y="233469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4622185" y="850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051D0BE6-1C6D-66EE-0FA9-EA15267672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9388" y="6387160"/>
            <a:ext cx="2391550" cy="244279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3429000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17278</TotalTime>
  <Words>7</Words>
  <Application>Microsoft Macintosh PowerPoint</Application>
  <PresentationFormat>Letter Paper (8.5x11 in)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36</cp:revision>
  <dcterms:created xsi:type="dcterms:W3CDTF">2026-08-11T17:37:51Z</dcterms:created>
  <dcterms:modified xsi:type="dcterms:W3CDTF">2026-09-02T18:45:10Z</dcterms:modified>
</cp:coreProperties>
</file>