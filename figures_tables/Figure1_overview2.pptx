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notesMasterIdLst>
    <p:notesMasterId r:id="rId3"/>
  </p:notesMasterIdLst>
  <p:sldIdLst>
    <p:sldId id="256" r:id="rId2"/>
  </p:sldIdLst>
  <p:sldSz cx="19440525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831"/>
  </p:normalViewPr>
  <p:slideViewPr>
    <p:cSldViewPr snapToGrid="0">
      <p:cViewPr varScale="1">
        <p:scale>
          <a:sx n="106" d="100"/>
          <a:sy n="106" d="100"/>
        </p:scale>
        <p:origin x="200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413B5-0B87-F94B-BE91-80666EE91F3B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00150" y="1143000"/>
            <a:ext cx="9258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E0F12-3282-BC4F-91CD-054CAEAC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53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00150" y="1143000"/>
            <a:ext cx="92583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E0F12-3282-BC4F-91CD-054CAEACFF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81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0066" y="1060529"/>
            <a:ext cx="14580394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0066" y="3403592"/>
            <a:ext cx="14580394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7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7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6411" y="1615545"/>
            <a:ext cx="16767453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6411" y="4336618"/>
            <a:ext cx="16767453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14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6536" y="1725046"/>
            <a:ext cx="8262223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41766" y="1725046"/>
            <a:ext cx="8262223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3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9068" y="345010"/>
            <a:ext cx="16767453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9069" y="1588543"/>
            <a:ext cx="8224253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39069" y="2367064"/>
            <a:ext cx="8224253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41766" y="1588543"/>
            <a:ext cx="8264755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41766" y="2367064"/>
            <a:ext cx="8264755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229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65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60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9069" y="432012"/>
            <a:ext cx="6270075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4755" y="933026"/>
            <a:ext cx="9841766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9069" y="1944052"/>
            <a:ext cx="6270075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13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9069" y="432012"/>
            <a:ext cx="6270075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64755" y="933026"/>
            <a:ext cx="9841766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9069" y="1944052"/>
            <a:ext cx="6270075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3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9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12126" y="345009"/>
            <a:ext cx="4191863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6536" y="345009"/>
            <a:ext cx="12332583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86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36536" y="345010"/>
            <a:ext cx="16767453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6536" y="1725046"/>
            <a:ext cx="16767453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36536" y="6006163"/>
            <a:ext cx="437411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772C7-2EE0-484B-9C95-05369BBBE097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39674" y="6006163"/>
            <a:ext cx="6561177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29871" y="6006163"/>
            <a:ext cx="437411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4034C-F4B4-2B41-9A43-02900800D8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8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F6C000FE-575C-13CC-9CAE-68E3F7F4BE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313" b="2881"/>
          <a:stretch>
            <a:fillRect/>
          </a:stretch>
        </p:blipFill>
        <p:spPr>
          <a:xfrm>
            <a:off x="0" y="2345919"/>
            <a:ext cx="9724336" cy="404692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42A0854-1EE6-11DA-A90B-576DC1B324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6294"/>
          <a:stretch>
            <a:fillRect/>
          </a:stretch>
        </p:blipFill>
        <p:spPr>
          <a:xfrm>
            <a:off x="-1" y="73958"/>
            <a:ext cx="9742337" cy="2285038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3D2DA9BD-EBC4-2C0B-FAC1-4EE37252660F}"/>
              </a:ext>
            </a:extLst>
          </p:cNvPr>
          <p:cNvGrpSpPr/>
          <p:nvPr/>
        </p:nvGrpSpPr>
        <p:grpSpPr>
          <a:xfrm>
            <a:off x="9812080" y="260775"/>
            <a:ext cx="9628445" cy="5340673"/>
            <a:chOff x="-748" y="6476769"/>
            <a:chExt cx="9628445" cy="5340673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0704753C-000E-03DE-79C9-2697DCA06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30912" y="8879543"/>
              <a:ext cx="2673384" cy="2730671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4E76C9B5-8A05-AAA0-A32E-30B296730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4636" y="6535637"/>
              <a:ext cx="9513061" cy="2285038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894A9DF-CB38-58D4-5C70-9A984B9B1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13408"/>
            <a:stretch>
              <a:fillRect/>
            </a:stretch>
          </p:blipFill>
          <p:spPr>
            <a:xfrm>
              <a:off x="518236" y="9002395"/>
              <a:ext cx="3184453" cy="2815047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0108118-E290-79DF-9F9D-C529DCAA5949}"/>
                </a:ext>
              </a:extLst>
            </p:cNvPr>
            <p:cNvSpPr txBox="1"/>
            <p:nvPr/>
          </p:nvSpPr>
          <p:spPr>
            <a:xfrm>
              <a:off x="0" y="6476769"/>
              <a:ext cx="518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c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BE555C9-E797-F823-82DC-F453702B8E11}"/>
                </a:ext>
              </a:extLst>
            </p:cNvPr>
            <p:cNvSpPr txBox="1"/>
            <p:nvPr/>
          </p:nvSpPr>
          <p:spPr>
            <a:xfrm>
              <a:off x="-748" y="8986196"/>
              <a:ext cx="518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1F2D505-3266-2564-D74A-F2A324F5EE34}"/>
                </a:ext>
              </a:extLst>
            </p:cNvPr>
            <p:cNvSpPr txBox="1"/>
            <p:nvPr/>
          </p:nvSpPr>
          <p:spPr>
            <a:xfrm>
              <a:off x="5621320" y="8986195"/>
              <a:ext cx="518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e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DAB7142-1FBA-EC1A-E7CC-07FB88A9D2AE}"/>
              </a:ext>
            </a:extLst>
          </p:cNvPr>
          <p:cNvSpPr txBox="1"/>
          <p:nvPr/>
        </p:nvSpPr>
        <p:spPr>
          <a:xfrm>
            <a:off x="-748" y="68669"/>
            <a:ext cx="518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841764-1771-B217-03E9-7AF51721DA3A}"/>
              </a:ext>
            </a:extLst>
          </p:cNvPr>
          <p:cNvSpPr txBox="1"/>
          <p:nvPr/>
        </p:nvSpPr>
        <p:spPr>
          <a:xfrm>
            <a:off x="-748" y="2623335"/>
            <a:ext cx="5189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3EBD298-B500-BAE8-FA0B-EEEBEFA5F3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0812" y="222557"/>
            <a:ext cx="3602032" cy="17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2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</TotalTime>
  <Words>6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21</cp:revision>
  <dcterms:created xsi:type="dcterms:W3CDTF">2026-08-11T17:37:51Z</dcterms:created>
  <dcterms:modified xsi:type="dcterms:W3CDTF">2026-08-12T20:15:21Z</dcterms:modified>
</cp:coreProperties>
</file>