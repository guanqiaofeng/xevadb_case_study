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20"/>
    <p:restoredTop sz="96831"/>
  </p:normalViewPr>
  <p:slideViewPr>
    <p:cSldViewPr snapToGrid="0">
      <p:cViewPr>
        <p:scale>
          <a:sx n="151" d="100"/>
          <a:sy n="151" d="100"/>
        </p:scale>
        <p:origin x="279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BF76E106-7B57-1BE2-EAB4-E319BFFF4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" y="2590232"/>
            <a:ext cx="6858000" cy="164729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4" y="6889704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733" r="2241" b="45635"/>
          <a:stretch>
            <a:fillRect/>
          </a:stretch>
        </p:blipFill>
        <p:spPr>
          <a:xfrm>
            <a:off x="73984" y="10082"/>
            <a:ext cx="6710032" cy="24660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7968" y="426693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3578789" y="4266939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35" t="4657" r="77756" b="72481"/>
          <a:stretch>
            <a:fillRect/>
          </a:stretch>
        </p:blipFill>
        <p:spPr>
          <a:xfrm>
            <a:off x="4837847" y="7028204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751205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0" y="2491087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4685241" y="6762943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B742F9-72BD-9F87-216A-7C4ED827E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6172" y="4365460"/>
            <a:ext cx="2250093" cy="21054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7EB89A-2DED-49D6-AF68-4A845975D5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52" y="4108953"/>
            <a:ext cx="2564910" cy="261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b</a:t>
            </a:r>
            <a:r>
              <a:rPr lang="en-CA" sz="1050" dirty="0"/>
              <a:t>) Summary counts across the four cohorts for patients (n=464), PDX models (n=689; parental and resistant models shown separately), matched omics profiles (RNA-seq/mutation/CNV; n=342/337/337), drugs (n=69), and treatment-control experiments (n=4,828). (</a:t>
            </a:r>
            <a:r>
              <a:rPr lang="en-CA" sz="1050" b="1" dirty="0"/>
              <a:t>c</a:t>
            </a:r>
            <a:r>
              <a:rPr lang="en-CA" sz="1050" dirty="0"/>
              <a:t>) Distribution of PDX models by cancer type (n=689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d</a:t>
            </a:r>
            <a:r>
              <a:rPr lang="en-CA" sz="1050" dirty="0"/>
              <a:t>) Drugs shared across more than one dataset (9 of 69 total drugs), shown as a dot-matrix across the four cohorts; connected dots indicate the same drug tested in multiple datasets. (</a:t>
            </a:r>
            <a:r>
              <a:rPr lang="en-CA" sz="1050" b="1" dirty="0"/>
              <a:t>e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f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B26C55F-0999-2989-6FEE-14902BFAF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944" y="2271769"/>
            <a:ext cx="2305553" cy="155624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516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(integrated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A31B3E-317D-8976-9A3F-A737AE27B0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6970" y="2284306"/>
            <a:ext cx="2108165" cy="14673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357" y="28784"/>
            <a:ext cx="1979782" cy="1428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65402" y="1352262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65402" y="-42239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d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85E2D-35EE-A0DD-F3A9-6C5CA4467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720" y="1500852"/>
            <a:ext cx="3021647" cy="1358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252FD1-47D2-C840-9CF8-568974D7D5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3629" y="2896530"/>
            <a:ext cx="4214371" cy="1006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6BA1CA83-6FF7-D0A3-CB53-4DC6C41AC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881" y="267109"/>
            <a:ext cx="1977960" cy="1564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438979" y="5733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438979" y="203467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(28-day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710147" y="6203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3409FBF-ACCD-33F0-0FEF-054D6916C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8330" y="2357295"/>
            <a:ext cx="1914510" cy="15316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E71A799-838C-5778-F2ED-C57556A9C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473" y="2272225"/>
            <a:ext cx="2057527" cy="1496383"/>
          </a:xfrm>
          <a:prstGeom prst="rect">
            <a:avLst/>
          </a:prstGeom>
        </p:spPr>
      </p:pic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710147" y="204020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A29CE31-FBA0-845E-F9BD-0E827D359E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5145" y="279160"/>
            <a:ext cx="1977961" cy="1695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B3E395DD-975C-D459-CD5C-D4C2DD00F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989" y="2107548"/>
            <a:ext cx="3275139" cy="1840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477438" y="-2117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and logistic regression classifiers across single-omics (RNA-only, CNV-only, mutation-only) and multi-omics (early fusion, late fusion) feature sets; boxes show median/IQR and whiskers across five repeats,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two Hallmark gene sets significantly enriched in sensitive PDXs (E2F Targets, G2-M Checkpoint from c). Percentages indicate gene overlap between each I-SPY2 signature and its corresponding Hallmark gene set.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E19879E-C637-6FC2-038E-AF4475A98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8200" y="131391"/>
            <a:ext cx="2061647" cy="1549890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-21637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1949869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946857-8F4B-007D-4D7B-BC3C7830B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824" y="301719"/>
            <a:ext cx="2285446" cy="123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52392</TotalTime>
  <Words>1783</Words>
  <Application>Microsoft Macintosh PowerPoint</Application>
  <PresentationFormat>Letter Paper (8.5x11 in)</PresentationFormat>
  <Paragraphs>43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97</cp:revision>
  <dcterms:created xsi:type="dcterms:W3CDTF">2026-08-11T17:37:51Z</dcterms:created>
  <dcterms:modified xsi:type="dcterms:W3CDTF">2026-10-08T20:52:53Z</dcterms:modified>
</cp:coreProperties>
</file>