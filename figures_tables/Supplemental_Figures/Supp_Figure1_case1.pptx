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920038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4" d="100"/>
          <a:sy n="114" d="100"/>
        </p:scale>
        <p:origin x="2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2474395"/>
            <a:ext cx="6732032" cy="5263774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7941160"/>
            <a:ext cx="5940029" cy="3650342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5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0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3769342"/>
            <a:ext cx="6831033" cy="6289229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10118069"/>
            <a:ext cx="6831033" cy="3307357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4024827"/>
            <a:ext cx="3366016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4024827"/>
            <a:ext cx="3366016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5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804969"/>
            <a:ext cx="6831033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3706342"/>
            <a:ext cx="3350547" cy="181642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5522763"/>
            <a:ext cx="3350547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3706342"/>
            <a:ext cx="3367048" cy="181642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5522763"/>
            <a:ext cx="3367048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1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1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6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1007957"/>
            <a:ext cx="2554418" cy="3527848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2176910"/>
            <a:ext cx="4009519" cy="10744538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535805"/>
            <a:ext cx="2554418" cy="8403140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2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1007957"/>
            <a:ext cx="2554418" cy="3527848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2176910"/>
            <a:ext cx="4009519" cy="10744538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535805"/>
            <a:ext cx="2554418" cy="8403140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3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9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804966"/>
            <a:ext cx="1707758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804966"/>
            <a:ext cx="5024274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4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804969"/>
            <a:ext cx="6831033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4024827"/>
            <a:ext cx="6831033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14013401"/>
            <a:ext cx="1782009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BD046-B5B4-334B-A6C9-257A188C12A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14013401"/>
            <a:ext cx="267301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14013401"/>
            <a:ext cx="1782009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C840F-EA0F-EC40-82D4-71AC9D79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407E30E-3CE8-E872-1EDB-F17F333C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7" y="2600714"/>
            <a:ext cx="5489145" cy="24643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F83789-7579-3214-90CB-5E723FFA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86" y="0"/>
            <a:ext cx="5489146" cy="246431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B950CF5-27AF-DA53-BEF2-A9DBF45BB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86" y="5349305"/>
            <a:ext cx="7513638" cy="22103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06E0427-A979-529B-3A99-3E4AA8339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28" y="7559675"/>
            <a:ext cx="7513638" cy="221037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13BD26-D18C-8BCE-B865-FB24F9E04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87" y="10054630"/>
            <a:ext cx="5636006" cy="22103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B01020-EB31-EAD0-F27D-2FA4A13D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87" y="12642689"/>
            <a:ext cx="5636006" cy="22103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C55F61D-5C76-8955-754C-AEE6054C34ED}"/>
              </a:ext>
            </a:extLst>
          </p:cNvPr>
          <p:cNvSpPr txBox="1"/>
          <p:nvPr/>
        </p:nvSpPr>
        <p:spPr>
          <a:xfrm>
            <a:off x="0" y="0"/>
            <a:ext cx="37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06F7B6-5FBD-B6D7-98A4-0EA12F384263}"/>
              </a:ext>
            </a:extLst>
          </p:cNvPr>
          <p:cNvSpPr txBox="1"/>
          <p:nvPr/>
        </p:nvSpPr>
        <p:spPr>
          <a:xfrm>
            <a:off x="-26942" y="5169316"/>
            <a:ext cx="37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B8A36A-1A59-BE1D-6F5B-5A2B2FE996EA}"/>
              </a:ext>
            </a:extLst>
          </p:cNvPr>
          <p:cNvSpPr txBox="1"/>
          <p:nvPr/>
        </p:nvSpPr>
        <p:spPr>
          <a:xfrm>
            <a:off x="-26942" y="9872886"/>
            <a:ext cx="37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3E5C0D-777C-1793-678F-899A33A7EF6D}"/>
              </a:ext>
            </a:extLst>
          </p:cNvPr>
          <p:cNvSpPr txBox="1"/>
          <p:nvPr/>
        </p:nvSpPr>
        <p:spPr>
          <a:xfrm>
            <a:off x="0" y="12333970"/>
            <a:ext cx="37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2678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1</cp:revision>
  <dcterms:created xsi:type="dcterms:W3CDTF">2026-07-31T19:36:31Z</dcterms:created>
  <dcterms:modified xsi:type="dcterms:W3CDTF">2026-07-31T19:50:00Z</dcterms:modified>
</cp:coreProperties>
</file>